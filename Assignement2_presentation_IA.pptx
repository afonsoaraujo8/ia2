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353" r:id="rId2"/>
    <p:sldId id="359" r:id="rId3"/>
    <p:sldId id="360" r:id="rId4"/>
    <p:sldId id="361" r:id="rId5"/>
    <p:sldId id="370" r:id="rId6"/>
    <p:sldId id="371" r:id="rId7"/>
    <p:sldId id="372" r:id="rId8"/>
    <p:sldId id="373" r:id="rId9"/>
    <p:sldId id="369" r:id="rId10"/>
    <p:sldId id="374" r:id="rId11"/>
    <p:sldId id="362" r:id="rId12"/>
    <p:sldId id="3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Manuel Milheiro de Oliveira Pinto Soares" initials="CMMdOPS" lastIdx="14" clrIdx="0">
    <p:extLst>
      <p:ext uri="{19B8F6BF-5375-455C-9EA6-DF929625EA0E}">
        <p15:presenceInfo xmlns:p15="http://schemas.microsoft.com/office/powerpoint/2012/main" userId="ad9450a8-fb89-4aff-9c31-a91c81ef7610" providerId="Windows Live"/>
      </p:ext>
    </p:extLst>
  </p:cmAuthor>
  <p:cmAuthor id="2" name="Carlos Manuel Milheiro de Oliveira Pinto Soares" initials="CMMdOPS [2]" lastIdx="12" clrIdx="1">
    <p:extLst>
      <p:ext uri="{19B8F6BF-5375-455C-9EA6-DF929625EA0E}">
        <p15:presenceInfo xmlns:p15="http://schemas.microsoft.com/office/powerpoint/2012/main" userId="S::csoares@pbs.up.pt::ad9450a8-fb89-4aff-9c31-a91c81ef7610" providerId="AD"/>
      </p:ext>
    </p:extLst>
  </p:cmAuthor>
  <p:cmAuthor id="3" name="Carlos Soares" initials="CS" lastIdx="7" clrIdx="2">
    <p:extLst>
      <p:ext uri="{19B8F6BF-5375-455C-9EA6-DF929625EA0E}">
        <p15:presenceInfo xmlns:p15="http://schemas.microsoft.com/office/powerpoint/2012/main" userId="S::up235847@up.pt::58cfb87a-9ada-478d-b2aa-47c3b05f2e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93595" autoAdjust="0"/>
  </p:normalViewPr>
  <p:slideViewPr>
    <p:cSldViewPr snapToGrid="0" snapToObjects="1">
      <p:cViewPr>
        <p:scale>
          <a:sx n="76" d="100"/>
          <a:sy n="76" d="100"/>
        </p:scale>
        <p:origin x="725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70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9108E1-F2D7-4372-8B3E-7FF6C1964DA1}" type="doc">
      <dgm:prSet loTypeId="urn:microsoft.com/office/officeart/2005/8/layout/defaul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1D785DA-92F5-4C53-89C2-D4157DC97B41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GB" dirty="0"/>
            <a:t>Digital Marketing Team</a:t>
          </a:r>
          <a:endParaRPr lang="en-US" dirty="0"/>
        </a:p>
      </dgm:t>
    </dgm:pt>
    <dgm:pt modelId="{8C87BB11-78CE-4267-8BF0-6902BC672B7B}" type="parTrans" cxnId="{2529C37B-E87A-47D3-9A83-E058C11ED11F}">
      <dgm:prSet/>
      <dgm:spPr/>
      <dgm:t>
        <a:bodyPr/>
        <a:lstStyle/>
        <a:p>
          <a:endParaRPr lang="en-US"/>
        </a:p>
      </dgm:t>
    </dgm:pt>
    <dgm:pt modelId="{EE46745B-7000-4752-A6EB-5FC433D78879}" type="sibTrans" cxnId="{2529C37B-E87A-47D3-9A83-E058C11ED11F}">
      <dgm:prSet/>
      <dgm:spPr/>
      <dgm:t>
        <a:bodyPr/>
        <a:lstStyle/>
        <a:p>
          <a:endParaRPr lang="en-US"/>
        </a:p>
      </dgm:t>
    </dgm:pt>
    <dgm:pt modelId="{4DF8B9AF-0AEA-444F-B4B7-C84EE2D9EE09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GB" dirty="0"/>
            <a:t>E-commerce Managers</a:t>
          </a:r>
          <a:endParaRPr lang="en-US" dirty="0"/>
        </a:p>
      </dgm:t>
    </dgm:pt>
    <dgm:pt modelId="{79C71AC3-2185-45B0-B8C7-AB4E45AD188D}" type="parTrans" cxnId="{CA0456BD-8082-45E0-BA8A-66A6A334513C}">
      <dgm:prSet/>
      <dgm:spPr/>
      <dgm:t>
        <a:bodyPr/>
        <a:lstStyle/>
        <a:p>
          <a:endParaRPr lang="en-US"/>
        </a:p>
      </dgm:t>
    </dgm:pt>
    <dgm:pt modelId="{05B621BE-26C4-4257-81A3-D3C5C00CB596}" type="sibTrans" cxnId="{CA0456BD-8082-45E0-BA8A-66A6A334513C}">
      <dgm:prSet/>
      <dgm:spPr/>
      <dgm:t>
        <a:bodyPr/>
        <a:lstStyle/>
        <a:p>
          <a:endParaRPr lang="en-US"/>
        </a:p>
      </dgm:t>
    </dgm:pt>
    <dgm:pt modelId="{1F11F608-261A-41DA-AA71-B38951B554C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GB" dirty="0"/>
            <a:t>Data Analysts</a:t>
          </a:r>
          <a:endParaRPr lang="en-US" dirty="0"/>
        </a:p>
      </dgm:t>
    </dgm:pt>
    <dgm:pt modelId="{135BE94B-613C-472E-A288-77C9C70AA888}" type="parTrans" cxnId="{D6DAF6F4-4AD9-4F30-B805-AD9DF5035ACF}">
      <dgm:prSet/>
      <dgm:spPr/>
      <dgm:t>
        <a:bodyPr/>
        <a:lstStyle/>
        <a:p>
          <a:endParaRPr lang="en-US"/>
        </a:p>
      </dgm:t>
    </dgm:pt>
    <dgm:pt modelId="{35BE3F31-9CF2-4FEB-9D96-04DA260E0B0C}" type="sibTrans" cxnId="{D6DAF6F4-4AD9-4F30-B805-AD9DF5035ACF}">
      <dgm:prSet/>
      <dgm:spPr/>
      <dgm:t>
        <a:bodyPr/>
        <a:lstStyle/>
        <a:p>
          <a:endParaRPr lang="en-US"/>
        </a:p>
      </dgm:t>
    </dgm:pt>
    <dgm:pt modelId="{3D3007DE-73AD-4B49-B7AF-1A6BEE181660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GB" dirty="0"/>
            <a:t>Customers</a:t>
          </a:r>
          <a:endParaRPr lang="en-US" dirty="0"/>
        </a:p>
      </dgm:t>
    </dgm:pt>
    <dgm:pt modelId="{4950A638-79E9-48BA-9616-D6BE3F38BF4D}" type="parTrans" cxnId="{86BB7563-3531-44C0-812C-0FE8210144A9}">
      <dgm:prSet/>
      <dgm:spPr/>
      <dgm:t>
        <a:bodyPr/>
        <a:lstStyle/>
        <a:p>
          <a:endParaRPr lang="en-US"/>
        </a:p>
      </dgm:t>
    </dgm:pt>
    <dgm:pt modelId="{5F72A50C-2894-4930-9219-2B78E7F098D0}" type="sibTrans" cxnId="{86BB7563-3531-44C0-812C-0FE8210144A9}">
      <dgm:prSet/>
      <dgm:spPr/>
      <dgm:t>
        <a:bodyPr/>
        <a:lstStyle/>
        <a:p>
          <a:endParaRPr lang="en-US"/>
        </a:p>
      </dgm:t>
    </dgm:pt>
    <dgm:pt modelId="{08B81420-232E-4C12-B2EE-12E122854342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GB" dirty="0"/>
            <a:t> IT/Development Team</a:t>
          </a:r>
          <a:endParaRPr lang="en-US" dirty="0"/>
        </a:p>
      </dgm:t>
    </dgm:pt>
    <dgm:pt modelId="{D31491FB-FB06-4F64-A78A-A1DD255C4C03}" type="parTrans" cxnId="{AB1FCFB1-8ACB-4B9B-B67C-0D74764FF55B}">
      <dgm:prSet/>
      <dgm:spPr/>
      <dgm:t>
        <a:bodyPr/>
        <a:lstStyle/>
        <a:p>
          <a:endParaRPr lang="en-US"/>
        </a:p>
      </dgm:t>
    </dgm:pt>
    <dgm:pt modelId="{C177D72A-916C-4BC5-B80C-DAFBA0FFA9A9}" type="sibTrans" cxnId="{AB1FCFB1-8ACB-4B9B-B67C-0D74764FF55B}">
      <dgm:prSet/>
      <dgm:spPr/>
      <dgm:t>
        <a:bodyPr/>
        <a:lstStyle/>
        <a:p>
          <a:endParaRPr lang="en-US"/>
        </a:p>
      </dgm:t>
    </dgm:pt>
    <dgm:pt modelId="{0F906C8E-1494-4E9D-983F-406A731DAFCF}" type="pres">
      <dgm:prSet presAssocID="{6B9108E1-F2D7-4372-8B3E-7FF6C1964DA1}" presName="diagram" presStyleCnt="0">
        <dgm:presLayoutVars>
          <dgm:dir/>
          <dgm:resizeHandles val="exact"/>
        </dgm:presLayoutVars>
      </dgm:prSet>
      <dgm:spPr/>
    </dgm:pt>
    <dgm:pt modelId="{9F1F82A7-5FB7-480F-AE56-D9E6792C01E7}" type="pres">
      <dgm:prSet presAssocID="{61D785DA-92F5-4C53-89C2-D4157DC97B41}" presName="node" presStyleLbl="node1" presStyleIdx="0" presStyleCnt="5">
        <dgm:presLayoutVars>
          <dgm:bulletEnabled val="1"/>
        </dgm:presLayoutVars>
      </dgm:prSet>
      <dgm:spPr/>
    </dgm:pt>
    <dgm:pt modelId="{34EEB067-534C-41CF-ADD6-FD9322491D5A}" type="pres">
      <dgm:prSet presAssocID="{EE46745B-7000-4752-A6EB-5FC433D78879}" presName="sibTrans" presStyleCnt="0"/>
      <dgm:spPr/>
    </dgm:pt>
    <dgm:pt modelId="{6843E03C-A73C-4ECE-8BC3-6EE3C0D66534}" type="pres">
      <dgm:prSet presAssocID="{4DF8B9AF-0AEA-444F-B4B7-C84EE2D9EE09}" presName="node" presStyleLbl="node1" presStyleIdx="1" presStyleCnt="5">
        <dgm:presLayoutVars>
          <dgm:bulletEnabled val="1"/>
        </dgm:presLayoutVars>
      </dgm:prSet>
      <dgm:spPr/>
    </dgm:pt>
    <dgm:pt modelId="{2965AE80-21A6-483A-A673-095794D77429}" type="pres">
      <dgm:prSet presAssocID="{05B621BE-26C4-4257-81A3-D3C5C00CB596}" presName="sibTrans" presStyleCnt="0"/>
      <dgm:spPr/>
    </dgm:pt>
    <dgm:pt modelId="{9F3AF886-6539-4FD4-8B20-B3981991F206}" type="pres">
      <dgm:prSet presAssocID="{1F11F608-261A-41DA-AA71-B38951B554C7}" presName="node" presStyleLbl="node1" presStyleIdx="2" presStyleCnt="5">
        <dgm:presLayoutVars>
          <dgm:bulletEnabled val="1"/>
        </dgm:presLayoutVars>
      </dgm:prSet>
      <dgm:spPr/>
    </dgm:pt>
    <dgm:pt modelId="{8A098742-2C49-49DA-A189-8BB893BC99B2}" type="pres">
      <dgm:prSet presAssocID="{35BE3F31-9CF2-4FEB-9D96-04DA260E0B0C}" presName="sibTrans" presStyleCnt="0"/>
      <dgm:spPr/>
    </dgm:pt>
    <dgm:pt modelId="{409E01DD-3C19-486A-826A-7274CCD1635D}" type="pres">
      <dgm:prSet presAssocID="{3D3007DE-73AD-4B49-B7AF-1A6BEE181660}" presName="node" presStyleLbl="node1" presStyleIdx="3" presStyleCnt="5">
        <dgm:presLayoutVars>
          <dgm:bulletEnabled val="1"/>
        </dgm:presLayoutVars>
      </dgm:prSet>
      <dgm:spPr/>
    </dgm:pt>
    <dgm:pt modelId="{249FAC8C-2F0B-4B66-8CB5-45EA5810BB4B}" type="pres">
      <dgm:prSet presAssocID="{5F72A50C-2894-4930-9219-2B78E7F098D0}" presName="sibTrans" presStyleCnt="0"/>
      <dgm:spPr/>
    </dgm:pt>
    <dgm:pt modelId="{7892C3AA-EEAF-4F69-A515-CC72153A6B11}" type="pres">
      <dgm:prSet presAssocID="{08B81420-232E-4C12-B2EE-12E122854342}" presName="node" presStyleLbl="node1" presStyleIdx="4" presStyleCnt="5">
        <dgm:presLayoutVars>
          <dgm:bulletEnabled val="1"/>
        </dgm:presLayoutVars>
      </dgm:prSet>
      <dgm:spPr/>
    </dgm:pt>
  </dgm:ptLst>
  <dgm:cxnLst>
    <dgm:cxn modelId="{86BB7563-3531-44C0-812C-0FE8210144A9}" srcId="{6B9108E1-F2D7-4372-8B3E-7FF6C1964DA1}" destId="{3D3007DE-73AD-4B49-B7AF-1A6BEE181660}" srcOrd="3" destOrd="0" parTransId="{4950A638-79E9-48BA-9616-D6BE3F38BF4D}" sibTransId="{5F72A50C-2894-4930-9219-2B78E7F098D0}"/>
    <dgm:cxn modelId="{AA702677-9F5D-49B2-8499-1392CE2D517D}" type="presOf" srcId="{1F11F608-261A-41DA-AA71-B38951B554C7}" destId="{9F3AF886-6539-4FD4-8B20-B3981991F206}" srcOrd="0" destOrd="0" presId="urn:microsoft.com/office/officeart/2005/8/layout/default"/>
    <dgm:cxn modelId="{2529C37B-E87A-47D3-9A83-E058C11ED11F}" srcId="{6B9108E1-F2D7-4372-8B3E-7FF6C1964DA1}" destId="{61D785DA-92F5-4C53-89C2-D4157DC97B41}" srcOrd="0" destOrd="0" parTransId="{8C87BB11-78CE-4267-8BF0-6902BC672B7B}" sibTransId="{EE46745B-7000-4752-A6EB-5FC433D78879}"/>
    <dgm:cxn modelId="{B003538F-451B-4E11-A2B5-DAAF4AD5617D}" type="presOf" srcId="{61D785DA-92F5-4C53-89C2-D4157DC97B41}" destId="{9F1F82A7-5FB7-480F-AE56-D9E6792C01E7}" srcOrd="0" destOrd="0" presId="urn:microsoft.com/office/officeart/2005/8/layout/default"/>
    <dgm:cxn modelId="{876B0691-9AB6-437A-B623-09AF9D2D9F88}" type="presOf" srcId="{4DF8B9AF-0AEA-444F-B4B7-C84EE2D9EE09}" destId="{6843E03C-A73C-4ECE-8BC3-6EE3C0D66534}" srcOrd="0" destOrd="0" presId="urn:microsoft.com/office/officeart/2005/8/layout/default"/>
    <dgm:cxn modelId="{900F289E-3874-436B-BB60-FAFD7CCEF70E}" type="presOf" srcId="{3D3007DE-73AD-4B49-B7AF-1A6BEE181660}" destId="{409E01DD-3C19-486A-826A-7274CCD1635D}" srcOrd="0" destOrd="0" presId="urn:microsoft.com/office/officeart/2005/8/layout/default"/>
    <dgm:cxn modelId="{AB1FCFB1-8ACB-4B9B-B67C-0D74764FF55B}" srcId="{6B9108E1-F2D7-4372-8B3E-7FF6C1964DA1}" destId="{08B81420-232E-4C12-B2EE-12E122854342}" srcOrd="4" destOrd="0" parTransId="{D31491FB-FB06-4F64-A78A-A1DD255C4C03}" sibTransId="{C177D72A-916C-4BC5-B80C-DAFBA0FFA9A9}"/>
    <dgm:cxn modelId="{CA0456BD-8082-45E0-BA8A-66A6A334513C}" srcId="{6B9108E1-F2D7-4372-8B3E-7FF6C1964DA1}" destId="{4DF8B9AF-0AEA-444F-B4B7-C84EE2D9EE09}" srcOrd="1" destOrd="0" parTransId="{79C71AC3-2185-45B0-B8C7-AB4E45AD188D}" sibTransId="{05B621BE-26C4-4257-81A3-D3C5C00CB596}"/>
    <dgm:cxn modelId="{ACA242DD-30A2-4130-95AC-1F3ECA8CC6F0}" type="presOf" srcId="{08B81420-232E-4C12-B2EE-12E122854342}" destId="{7892C3AA-EEAF-4F69-A515-CC72153A6B11}" srcOrd="0" destOrd="0" presId="urn:microsoft.com/office/officeart/2005/8/layout/default"/>
    <dgm:cxn modelId="{D6DAF6F4-4AD9-4F30-B805-AD9DF5035ACF}" srcId="{6B9108E1-F2D7-4372-8B3E-7FF6C1964DA1}" destId="{1F11F608-261A-41DA-AA71-B38951B554C7}" srcOrd="2" destOrd="0" parTransId="{135BE94B-613C-472E-A288-77C9C70AA888}" sibTransId="{35BE3F31-9CF2-4FEB-9D96-04DA260E0B0C}"/>
    <dgm:cxn modelId="{53A576F7-A5C8-4347-8B84-C9DA708B54C1}" type="presOf" srcId="{6B9108E1-F2D7-4372-8B3E-7FF6C1964DA1}" destId="{0F906C8E-1494-4E9D-983F-406A731DAFCF}" srcOrd="0" destOrd="0" presId="urn:microsoft.com/office/officeart/2005/8/layout/default"/>
    <dgm:cxn modelId="{BB71BCA4-EBFF-4100-9929-EC04845428EB}" type="presParOf" srcId="{0F906C8E-1494-4E9D-983F-406A731DAFCF}" destId="{9F1F82A7-5FB7-480F-AE56-D9E6792C01E7}" srcOrd="0" destOrd="0" presId="urn:microsoft.com/office/officeart/2005/8/layout/default"/>
    <dgm:cxn modelId="{17311F55-DC1E-41E0-A80E-FD776C0A7EEF}" type="presParOf" srcId="{0F906C8E-1494-4E9D-983F-406A731DAFCF}" destId="{34EEB067-534C-41CF-ADD6-FD9322491D5A}" srcOrd="1" destOrd="0" presId="urn:microsoft.com/office/officeart/2005/8/layout/default"/>
    <dgm:cxn modelId="{EA49DC09-443B-438E-AAF1-C49EE4E7CB65}" type="presParOf" srcId="{0F906C8E-1494-4E9D-983F-406A731DAFCF}" destId="{6843E03C-A73C-4ECE-8BC3-6EE3C0D66534}" srcOrd="2" destOrd="0" presId="urn:microsoft.com/office/officeart/2005/8/layout/default"/>
    <dgm:cxn modelId="{BD571659-AD47-4F61-9BCF-3EEED75D079D}" type="presParOf" srcId="{0F906C8E-1494-4E9D-983F-406A731DAFCF}" destId="{2965AE80-21A6-483A-A673-095794D77429}" srcOrd="3" destOrd="0" presId="urn:microsoft.com/office/officeart/2005/8/layout/default"/>
    <dgm:cxn modelId="{29CFB7EA-08F0-4B80-BA3A-ACA8E14AB062}" type="presParOf" srcId="{0F906C8E-1494-4E9D-983F-406A731DAFCF}" destId="{9F3AF886-6539-4FD4-8B20-B3981991F206}" srcOrd="4" destOrd="0" presId="urn:microsoft.com/office/officeart/2005/8/layout/default"/>
    <dgm:cxn modelId="{74E90689-051B-42A0-9356-6CFCC8158C43}" type="presParOf" srcId="{0F906C8E-1494-4E9D-983F-406A731DAFCF}" destId="{8A098742-2C49-49DA-A189-8BB893BC99B2}" srcOrd="5" destOrd="0" presId="urn:microsoft.com/office/officeart/2005/8/layout/default"/>
    <dgm:cxn modelId="{6B128AF8-52FF-4388-8059-42EF57073136}" type="presParOf" srcId="{0F906C8E-1494-4E9D-983F-406A731DAFCF}" destId="{409E01DD-3C19-486A-826A-7274CCD1635D}" srcOrd="6" destOrd="0" presId="urn:microsoft.com/office/officeart/2005/8/layout/default"/>
    <dgm:cxn modelId="{53D6E86F-10C4-4B10-8C94-DFD329AF87BE}" type="presParOf" srcId="{0F906C8E-1494-4E9D-983F-406A731DAFCF}" destId="{249FAC8C-2F0B-4B66-8CB5-45EA5810BB4B}" srcOrd="7" destOrd="0" presId="urn:microsoft.com/office/officeart/2005/8/layout/default"/>
    <dgm:cxn modelId="{73FC03E8-DFD4-4F4D-89F2-25DA8622E3FC}" type="presParOf" srcId="{0F906C8E-1494-4E9D-983F-406A731DAFCF}" destId="{7892C3AA-EEAF-4F69-A515-CC72153A6B1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62A7A0-251C-4B35-B16E-A242528FED91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7DF9EC-C322-460C-8BAB-99D097A46509}">
      <dgm:prSet/>
      <dgm:spPr/>
      <dgm:t>
        <a:bodyPr/>
        <a:lstStyle/>
        <a:p>
          <a:r>
            <a:rPr lang="en-GB" dirty="0"/>
            <a:t>T</a:t>
          </a:r>
          <a:r>
            <a:rPr lang="en-US" dirty="0" err="1"/>
            <a:t>echnical</a:t>
          </a:r>
          <a:endParaRPr lang="en-US" dirty="0"/>
        </a:p>
      </dgm:t>
    </dgm:pt>
    <dgm:pt modelId="{1FC015CA-A9BA-496A-ADB4-C65C54930051}" type="parTrans" cxnId="{4AAB0E78-7CE2-4106-B3FA-E26B0ACCAE51}">
      <dgm:prSet/>
      <dgm:spPr/>
      <dgm:t>
        <a:bodyPr/>
        <a:lstStyle/>
        <a:p>
          <a:endParaRPr lang="en-US"/>
        </a:p>
      </dgm:t>
    </dgm:pt>
    <dgm:pt modelId="{64812F8F-AA7B-49D9-8A32-A9915FBDE290}" type="sibTrans" cxnId="{4AAB0E78-7CE2-4106-B3FA-E26B0ACCAE51}">
      <dgm:prSet/>
      <dgm:spPr/>
      <dgm:t>
        <a:bodyPr/>
        <a:lstStyle/>
        <a:p>
          <a:endParaRPr lang="en-US"/>
        </a:p>
      </dgm:t>
    </dgm:pt>
    <dgm:pt modelId="{950934EB-0E62-4362-93B7-918B11D5D437}">
      <dgm:prSet/>
      <dgm:spPr/>
      <dgm:t>
        <a:bodyPr/>
        <a:lstStyle/>
        <a:p>
          <a:r>
            <a:rPr lang="en-GB"/>
            <a:t>Artificial Data Realism</a:t>
          </a:r>
          <a:endParaRPr lang="en-US"/>
        </a:p>
      </dgm:t>
    </dgm:pt>
    <dgm:pt modelId="{BAEEE0BC-D05E-4971-B1E7-E9E4A6AE52A3}" type="parTrans" cxnId="{66D1C27D-69BF-4146-B28E-CEE2982E91E5}">
      <dgm:prSet/>
      <dgm:spPr/>
      <dgm:t>
        <a:bodyPr/>
        <a:lstStyle/>
        <a:p>
          <a:endParaRPr lang="en-US"/>
        </a:p>
      </dgm:t>
    </dgm:pt>
    <dgm:pt modelId="{3987E60A-4F99-4FCE-B14C-65B1945E56E1}" type="sibTrans" cxnId="{66D1C27D-69BF-4146-B28E-CEE2982E91E5}">
      <dgm:prSet/>
      <dgm:spPr/>
      <dgm:t>
        <a:bodyPr/>
        <a:lstStyle/>
        <a:p>
          <a:endParaRPr lang="en-US"/>
        </a:p>
      </dgm:t>
    </dgm:pt>
    <dgm:pt modelId="{49C48C1A-3446-4AB4-873E-6676ECC89155}">
      <dgm:prSet/>
      <dgm:spPr/>
      <dgm:t>
        <a:bodyPr/>
        <a:lstStyle/>
        <a:p>
          <a:r>
            <a:rPr lang="en-GB"/>
            <a:t>Avoiding Overfitting </a:t>
          </a:r>
          <a:endParaRPr lang="en-US"/>
        </a:p>
      </dgm:t>
    </dgm:pt>
    <dgm:pt modelId="{0ABF68E5-1969-4961-B990-060D6886D265}" type="parTrans" cxnId="{B8FDA617-022D-4287-8511-57F0223F1166}">
      <dgm:prSet/>
      <dgm:spPr/>
      <dgm:t>
        <a:bodyPr/>
        <a:lstStyle/>
        <a:p>
          <a:endParaRPr lang="en-US"/>
        </a:p>
      </dgm:t>
    </dgm:pt>
    <dgm:pt modelId="{8E512251-AC0D-4963-80CE-E8927697CF51}" type="sibTrans" cxnId="{B8FDA617-022D-4287-8511-57F0223F1166}">
      <dgm:prSet/>
      <dgm:spPr/>
      <dgm:t>
        <a:bodyPr/>
        <a:lstStyle/>
        <a:p>
          <a:endParaRPr lang="en-US"/>
        </a:p>
      </dgm:t>
    </dgm:pt>
    <dgm:pt modelId="{F8A208D6-3098-461F-B2BF-C98E45983712}">
      <dgm:prSet/>
      <dgm:spPr/>
      <dgm:t>
        <a:bodyPr/>
        <a:lstStyle/>
        <a:p>
          <a:r>
            <a:rPr lang="en-GB"/>
            <a:t>Feature Selection </a:t>
          </a:r>
          <a:endParaRPr lang="en-US"/>
        </a:p>
      </dgm:t>
    </dgm:pt>
    <dgm:pt modelId="{068C017C-60C6-4128-B0F2-DAB3249079DF}" type="parTrans" cxnId="{685D6948-5F3B-4646-9513-B8936195A30A}">
      <dgm:prSet/>
      <dgm:spPr/>
      <dgm:t>
        <a:bodyPr/>
        <a:lstStyle/>
        <a:p>
          <a:endParaRPr lang="en-US"/>
        </a:p>
      </dgm:t>
    </dgm:pt>
    <dgm:pt modelId="{17048278-32DC-4A44-9BCF-8DB1ABE14E60}" type="sibTrans" cxnId="{685D6948-5F3B-4646-9513-B8936195A30A}">
      <dgm:prSet/>
      <dgm:spPr/>
      <dgm:t>
        <a:bodyPr/>
        <a:lstStyle/>
        <a:p>
          <a:endParaRPr lang="en-US"/>
        </a:p>
      </dgm:t>
    </dgm:pt>
    <dgm:pt modelId="{013DE6BC-02AE-4A8F-B31E-56367AE8E2BD}">
      <dgm:prSet/>
      <dgm:spPr/>
      <dgm:t>
        <a:bodyPr/>
        <a:lstStyle/>
        <a:p>
          <a:r>
            <a:rPr lang="en-GB"/>
            <a:t>O</a:t>
          </a:r>
          <a:r>
            <a:rPr lang="en-US"/>
            <a:t>rganizational</a:t>
          </a:r>
        </a:p>
      </dgm:t>
    </dgm:pt>
    <dgm:pt modelId="{7D862AFC-73D6-4793-BC2A-8D5D0F6A933D}" type="parTrans" cxnId="{5D27024F-DD46-4268-9974-384B01801C52}">
      <dgm:prSet/>
      <dgm:spPr/>
      <dgm:t>
        <a:bodyPr/>
        <a:lstStyle/>
        <a:p>
          <a:endParaRPr lang="en-US"/>
        </a:p>
      </dgm:t>
    </dgm:pt>
    <dgm:pt modelId="{81F23175-B90B-423F-A96A-11813A1BA362}" type="sibTrans" cxnId="{5D27024F-DD46-4268-9974-384B01801C52}">
      <dgm:prSet/>
      <dgm:spPr/>
      <dgm:t>
        <a:bodyPr/>
        <a:lstStyle/>
        <a:p>
          <a:endParaRPr lang="en-US"/>
        </a:p>
      </dgm:t>
    </dgm:pt>
    <dgm:pt modelId="{2D5C9634-16A8-4BAB-B0E4-DCC42EA94BE1}">
      <dgm:prSet/>
      <dgm:spPr/>
      <dgm:t>
        <a:bodyPr/>
        <a:lstStyle/>
        <a:p>
          <a:r>
            <a:rPr lang="en-GB"/>
            <a:t>Integration into company workflow</a:t>
          </a:r>
          <a:endParaRPr lang="en-US"/>
        </a:p>
      </dgm:t>
    </dgm:pt>
    <dgm:pt modelId="{A25470EF-4083-46A9-9834-D10044D3E35D}" type="parTrans" cxnId="{92A479C2-3917-4B39-BAB3-842687E6AC14}">
      <dgm:prSet/>
      <dgm:spPr/>
      <dgm:t>
        <a:bodyPr/>
        <a:lstStyle/>
        <a:p>
          <a:endParaRPr lang="en-US"/>
        </a:p>
      </dgm:t>
    </dgm:pt>
    <dgm:pt modelId="{C2143AC6-3309-448A-941B-C3DF1EA4466B}" type="sibTrans" cxnId="{92A479C2-3917-4B39-BAB3-842687E6AC14}">
      <dgm:prSet/>
      <dgm:spPr/>
      <dgm:t>
        <a:bodyPr/>
        <a:lstStyle/>
        <a:p>
          <a:endParaRPr lang="en-US"/>
        </a:p>
      </dgm:t>
    </dgm:pt>
    <dgm:pt modelId="{016CCACB-A30B-44B1-91D5-D02DCCEA3C3F}">
      <dgm:prSet/>
      <dgm:spPr/>
      <dgm:t>
        <a:bodyPr/>
        <a:lstStyle/>
        <a:p>
          <a:r>
            <a:rPr lang="en-GB"/>
            <a:t>Trust in AI predictions</a:t>
          </a:r>
          <a:endParaRPr lang="en-US"/>
        </a:p>
      </dgm:t>
    </dgm:pt>
    <dgm:pt modelId="{C24EDBFB-25A5-4F09-A91B-D5DEF06A3DBA}" type="parTrans" cxnId="{E15E5E10-0F90-48AE-9EE5-7A8210FF5F82}">
      <dgm:prSet/>
      <dgm:spPr/>
      <dgm:t>
        <a:bodyPr/>
        <a:lstStyle/>
        <a:p>
          <a:endParaRPr lang="en-US"/>
        </a:p>
      </dgm:t>
    </dgm:pt>
    <dgm:pt modelId="{C3ACC534-0F10-4DE7-8FBE-96D79D045AB9}" type="sibTrans" cxnId="{E15E5E10-0F90-48AE-9EE5-7A8210FF5F82}">
      <dgm:prSet/>
      <dgm:spPr/>
      <dgm:t>
        <a:bodyPr/>
        <a:lstStyle/>
        <a:p>
          <a:endParaRPr lang="en-US"/>
        </a:p>
      </dgm:t>
    </dgm:pt>
    <dgm:pt modelId="{60DABD5C-4D03-4366-9204-3D850DA4A501}">
      <dgm:prSet/>
      <dgm:spPr/>
      <dgm:t>
        <a:bodyPr/>
        <a:lstStyle/>
        <a:p>
          <a:r>
            <a:rPr lang="en-GB"/>
            <a:t>Adoption by Marketing Teams </a:t>
          </a:r>
          <a:endParaRPr lang="en-US"/>
        </a:p>
      </dgm:t>
    </dgm:pt>
    <dgm:pt modelId="{55174E30-62E4-4ED1-992D-8A5718E09EFE}" type="parTrans" cxnId="{68B69F68-6BDC-4AE9-A0BB-D7AA5C73313A}">
      <dgm:prSet/>
      <dgm:spPr/>
      <dgm:t>
        <a:bodyPr/>
        <a:lstStyle/>
        <a:p>
          <a:endParaRPr lang="en-US"/>
        </a:p>
      </dgm:t>
    </dgm:pt>
    <dgm:pt modelId="{8A3AE968-D95B-4166-AEB4-7E1F7CBCC75A}" type="sibTrans" cxnId="{68B69F68-6BDC-4AE9-A0BB-D7AA5C73313A}">
      <dgm:prSet/>
      <dgm:spPr/>
      <dgm:t>
        <a:bodyPr/>
        <a:lstStyle/>
        <a:p>
          <a:endParaRPr lang="en-US"/>
        </a:p>
      </dgm:t>
    </dgm:pt>
    <dgm:pt modelId="{EAE9E2F8-DF35-4AFF-98C3-7884A34F8C67}" type="pres">
      <dgm:prSet presAssocID="{4F62A7A0-251C-4B35-B16E-A242528FED91}" presName="linear" presStyleCnt="0">
        <dgm:presLayoutVars>
          <dgm:dir/>
          <dgm:animLvl val="lvl"/>
          <dgm:resizeHandles val="exact"/>
        </dgm:presLayoutVars>
      </dgm:prSet>
      <dgm:spPr/>
    </dgm:pt>
    <dgm:pt modelId="{B26CA656-5427-43E1-80FF-260429B39139}" type="pres">
      <dgm:prSet presAssocID="{8D7DF9EC-C322-460C-8BAB-99D097A46509}" presName="parentLin" presStyleCnt="0"/>
      <dgm:spPr/>
    </dgm:pt>
    <dgm:pt modelId="{6817E329-1B8D-4C5D-B8BE-13BB0A0DEE81}" type="pres">
      <dgm:prSet presAssocID="{8D7DF9EC-C322-460C-8BAB-99D097A46509}" presName="parentLeftMargin" presStyleLbl="node1" presStyleIdx="0" presStyleCnt="2"/>
      <dgm:spPr/>
    </dgm:pt>
    <dgm:pt modelId="{31DBD2FC-CFE4-431F-8ECD-2884ED31252E}" type="pres">
      <dgm:prSet presAssocID="{8D7DF9EC-C322-460C-8BAB-99D097A4650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7A4ADC4-298D-4FF6-992E-3EE02F1F7473}" type="pres">
      <dgm:prSet presAssocID="{8D7DF9EC-C322-460C-8BAB-99D097A46509}" presName="negativeSpace" presStyleCnt="0"/>
      <dgm:spPr/>
    </dgm:pt>
    <dgm:pt modelId="{53628543-9255-4BD8-A235-D86221D89292}" type="pres">
      <dgm:prSet presAssocID="{8D7DF9EC-C322-460C-8BAB-99D097A46509}" presName="childText" presStyleLbl="conFgAcc1" presStyleIdx="0" presStyleCnt="2">
        <dgm:presLayoutVars>
          <dgm:bulletEnabled val="1"/>
        </dgm:presLayoutVars>
      </dgm:prSet>
      <dgm:spPr/>
    </dgm:pt>
    <dgm:pt modelId="{533715CE-E982-4BE5-A527-7CB709E1890A}" type="pres">
      <dgm:prSet presAssocID="{64812F8F-AA7B-49D9-8A32-A9915FBDE290}" presName="spaceBetweenRectangles" presStyleCnt="0"/>
      <dgm:spPr/>
    </dgm:pt>
    <dgm:pt modelId="{19A7C9B2-4E2E-41F6-B48A-B0D877B32C61}" type="pres">
      <dgm:prSet presAssocID="{013DE6BC-02AE-4A8F-B31E-56367AE8E2BD}" presName="parentLin" presStyleCnt="0"/>
      <dgm:spPr/>
    </dgm:pt>
    <dgm:pt modelId="{BDA50328-ECF4-4D59-9942-090849E119CD}" type="pres">
      <dgm:prSet presAssocID="{013DE6BC-02AE-4A8F-B31E-56367AE8E2BD}" presName="parentLeftMargin" presStyleLbl="node1" presStyleIdx="0" presStyleCnt="2"/>
      <dgm:spPr/>
    </dgm:pt>
    <dgm:pt modelId="{0D1724E3-5D28-484F-BB46-33C50918231D}" type="pres">
      <dgm:prSet presAssocID="{013DE6BC-02AE-4A8F-B31E-56367AE8E2B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C9E7023-38B6-470D-98EC-738480B1B7C1}" type="pres">
      <dgm:prSet presAssocID="{013DE6BC-02AE-4A8F-B31E-56367AE8E2BD}" presName="negativeSpace" presStyleCnt="0"/>
      <dgm:spPr/>
    </dgm:pt>
    <dgm:pt modelId="{C5603DCC-3AB7-45F5-8D82-9CA9DAFB1921}" type="pres">
      <dgm:prSet presAssocID="{013DE6BC-02AE-4A8F-B31E-56367AE8E2B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2A9470D-2C8F-4EB5-8E06-11CF3CD83BD7}" type="presOf" srcId="{950934EB-0E62-4362-93B7-918B11D5D437}" destId="{53628543-9255-4BD8-A235-D86221D89292}" srcOrd="0" destOrd="0" presId="urn:microsoft.com/office/officeart/2005/8/layout/list1"/>
    <dgm:cxn modelId="{E15E5E10-0F90-48AE-9EE5-7A8210FF5F82}" srcId="{013DE6BC-02AE-4A8F-B31E-56367AE8E2BD}" destId="{016CCACB-A30B-44B1-91D5-D02DCCEA3C3F}" srcOrd="1" destOrd="0" parTransId="{C24EDBFB-25A5-4F09-A91B-D5DEF06A3DBA}" sibTransId="{C3ACC534-0F10-4DE7-8FBE-96D79D045AB9}"/>
    <dgm:cxn modelId="{B8FDA617-022D-4287-8511-57F0223F1166}" srcId="{8D7DF9EC-C322-460C-8BAB-99D097A46509}" destId="{49C48C1A-3446-4AB4-873E-6676ECC89155}" srcOrd="1" destOrd="0" parTransId="{0ABF68E5-1969-4961-B990-060D6886D265}" sibTransId="{8E512251-AC0D-4963-80CE-E8927697CF51}"/>
    <dgm:cxn modelId="{ED9D651F-CD25-4B2B-8766-255155FA8A84}" type="presOf" srcId="{F8A208D6-3098-461F-B2BF-C98E45983712}" destId="{53628543-9255-4BD8-A235-D86221D89292}" srcOrd="0" destOrd="2" presId="urn:microsoft.com/office/officeart/2005/8/layout/list1"/>
    <dgm:cxn modelId="{C2073625-9FDF-4A92-9EB9-F627D04FED3E}" type="presOf" srcId="{2D5C9634-16A8-4BAB-B0E4-DCC42EA94BE1}" destId="{C5603DCC-3AB7-45F5-8D82-9CA9DAFB1921}" srcOrd="0" destOrd="0" presId="urn:microsoft.com/office/officeart/2005/8/layout/list1"/>
    <dgm:cxn modelId="{4A36412C-2F0F-40AA-B214-69D6AA889B5B}" type="presOf" srcId="{013DE6BC-02AE-4A8F-B31E-56367AE8E2BD}" destId="{0D1724E3-5D28-484F-BB46-33C50918231D}" srcOrd="1" destOrd="0" presId="urn:microsoft.com/office/officeart/2005/8/layout/list1"/>
    <dgm:cxn modelId="{3D430132-ACD5-42EF-86E4-44A96758E9A6}" type="presOf" srcId="{013DE6BC-02AE-4A8F-B31E-56367AE8E2BD}" destId="{BDA50328-ECF4-4D59-9942-090849E119CD}" srcOrd="0" destOrd="0" presId="urn:microsoft.com/office/officeart/2005/8/layout/list1"/>
    <dgm:cxn modelId="{C751213D-B211-40D4-A0AB-8AE75A33EA70}" type="presOf" srcId="{49C48C1A-3446-4AB4-873E-6676ECC89155}" destId="{53628543-9255-4BD8-A235-D86221D89292}" srcOrd="0" destOrd="1" presId="urn:microsoft.com/office/officeart/2005/8/layout/list1"/>
    <dgm:cxn modelId="{685D6948-5F3B-4646-9513-B8936195A30A}" srcId="{8D7DF9EC-C322-460C-8BAB-99D097A46509}" destId="{F8A208D6-3098-461F-B2BF-C98E45983712}" srcOrd="2" destOrd="0" parTransId="{068C017C-60C6-4128-B0F2-DAB3249079DF}" sibTransId="{17048278-32DC-4A44-9BCF-8DB1ABE14E60}"/>
    <dgm:cxn modelId="{68B69F68-6BDC-4AE9-A0BB-D7AA5C73313A}" srcId="{013DE6BC-02AE-4A8F-B31E-56367AE8E2BD}" destId="{60DABD5C-4D03-4366-9204-3D850DA4A501}" srcOrd="2" destOrd="0" parTransId="{55174E30-62E4-4ED1-992D-8A5718E09EFE}" sibTransId="{8A3AE968-D95B-4166-AEB4-7E1F7CBCC75A}"/>
    <dgm:cxn modelId="{5D27024F-DD46-4268-9974-384B01801C52}" srcId="{4F62A7A0-251C-4B35-B16E-A242528FED91}" destId="{013DE6BC-02AE-4A8F-B31E-56367AE8E2BD}" srcOrd="1" destOrd="0" parTransId="{7D862AFC-73D6-4793-BC2A-8D5D0F6A933D}" sibTransId="{81F23175-B90B-423F-A96A-11813A1BA362}"/>
    <dgm:cxn modelId="{4AAB0E78-7CE2-4106-B3FA-E26B0ACCAE51}" srcId="{4F62A7A0-251C-4B35-B16E-A242528FED91}" destId="{8D7DF9EC-C322-460C-8BAB-99D097A46509}" srcOrd="0" destOrd="0" parTransId="{1FC015CA-A9BA-496A-ADB4-C65C54930051}" sibTransId="{64812F8F-AA7B-49D9-8A32-A9915FBDE290}"/>
    <dgm:cxn modelId="{66D1C27D-69BF-4146-B28E-CEE2982E91E5}" srcId="{8D7DF9EC-C322-460C-8BAB-99D097A46509}" destId="{950934EB-0E62-4362-93B7-918B11D5D437}" srcOrd="0" destOrd="0" parTransId="{BAEEE0BC-D05E-4971-B1E7-E9E4A6AE52A3}" sibTransId="{3987E60A-4F99-4FCE-B14C-65B1945E56E1}"/>
    <dgm:cxn modelId="{0A3EF8A5-C2B7-45A2-9A2A-69AE8AEE671D}" type="presOf" srcId="{016CCACB-A30B-44B1-91D5-D02DCCEA3C3F}" destId="{C5603DCC-3AB7-45F5-8D82-9CA9DAFB1921}" srcOrd="0" destOrd="1" presId="urn:microsoft.com/office/officeart/2005/8/layout/list1"/>
    <dgm:cxn modelId="{92A479C2-3917-4B39-BAB3-842687E6AC14}" srcId="{013DE6BC-02AE-4A8F-B31E-56367AE8E2BD}" destId="{2D5C9634-16A8-4BAB-B0E4-DCC42EA94BE1}" srcOrd="0" destOrd="0" parTransId="{A25470EF-4083-46A9-9834-D10044D3E35D}" sibTransId="{C2143AC6-3309-448A-941B-C3DF1EA4466B}"/>
    <dgm:cxn modelId="{693844D4-D9CA-40D1-8604-B22300DA9F6A}" type="presOf" srcId="{8D7DF9EC-C322-460C-8BAB-99D097A46509}" destId="{6817E329-1B8D-4C5D-B8BE-13BB0A0DEE81}" srcOrd="0" destOrd="0" presId="urn:microsoft.com/office/officeart/2005/8/layout/list1"/>
    <dgm:cxn modelId="{C30E4AEA-3303-4F36-B934-108D92746FC6}" type="presOf" srcId="{8D7DF9EC-C322-460C-8BAB-99D097A46509}" destId="{31DBD2FC-CFE4-431F-8ECD-2884ED31252E}" srcOrd="1" destOrd="0" presId="urn:microsoft.com/office/officeart/2005/8/layout/list1"/>
    <dgm:cxn modelId="{8DF77DF2-6BCB-4A40-B250-AC30CB993340}" type="presOf" srcId="{60DABD5C-4D03-4366-9204-3D850DA4A501}" destId="{C5603DCC-3AB7-45F5-8D82-9CA9DAFB1921}" srcOrd="0" destOrd="2" presId="urn:microsoft.com/office/officeart/2005/8/layout/list1"/>
    <dgm:cxn modelId="{55BE27F8-B575-4BCC-84BE-1CD52F4D2937}" type="presOf" srcId="{4F62A7A0-251C-4B35-B16E-A242528FED91}" destId="{EAE9E2F8-DF35-4AFF-98C3-7884A34F8C67}" srcOrd="0" destOrd="0" presId="urn:microsoft.com/office/officeart/2005/8/layout/list1"/>
    <dgm:cxn modelId="{206F2AB4-D707-4C36-8A90-9F832A9D1C33}" type="presParOf" srcId="{EAE9E2F8-DF35-4AFF-98C3-7884A34F8C67}" destId="{B26CA656-5427-43E1-80FF-260429B39139}" srcOrd="0" destOrd="0" presId="urn:microsoft.com/office/officeart/2005/8/layout/list1"/>
    <dgm:cxn modelId="{772CF1C5-F46F-4161-9332-59C28B215FA6}" type="presParOf" srcId="{B26CA656-5427-43E1-80FF-260429B39139}" destId="{6817E329-1B8D-4C5D-B8BE-13BB0A0DEE81}" srcOrd="0" destOrd="0" presId="urn:microsoft.com/office/officeart/2005/8/layout/list1"/>
    <dgm:cxn modelId="{26F99521-52CF-4ED6-BB42-147482FB50CE}" type="presParOf" srcId="{B26CA656-5427-43E1-80FF-260429B39139}" destId="{31DBD2FC-CFE4-431F-8ECD-2884ED31252E}" srcOrd="1" destOrd="0" presId="urn:microsoft.com/office/officeart/2005/8/layout/list1"/>
    <dgm:cxn modelId="{202806D2-9AE7-4BAE-8EE3-5EDE9E5242FC}" type="presParOf" srcId="{EAE9E2F8-DF35-4AFF-98C3-7884A34F8C67}" destId="{27A4ADC4-298D-4FF6-992E-3EE02F1F7473}" srcOrd="1" destOrd="0" presId="urn:microsoft.com/office/officeart/2005/8/layout/list1"/>
    <dgm:cxn modelId="{08F7C05D-E3BD-43A4-B3E2-EAD4FD6661F8}" type="presParOf" srcId="{EAE9E2F8-DF35-4AFF-98C3-7884A34F8C67}" destId="{53628543-9255-4BD8-A235-D86221D89292}" srcOrd="2" destOrd="0" presId="urn:microsoft.com/office/officeart/2005/8/layout/list1"/>
    <dgm:cxn modelId="{325A3AC7-5B9E-428E-B175-472C66288E34}" type="presParOf" srcId="{EAE9E2F8-DF35-4AFF-98C3-7884A34F8C67}" destId="{533715CE-E982-4BE5-A527-7CB709E1890A}" srcOrd="3" destOrd="0" presId="urn:microsoft.com/office/officeart/2005/8/layout/list1"/>
    <dgm:cxn modelId="{4D9F6D76-0A0D-43DD-AAAA-F5AD16379901}" type="presParOf" srcId="{EAE9E2F8-DF35-4AFF-98C3-7884A34F8C67}" destId="{19A7C9B2-4E2E-41F6-B48A-B0D877B32C61}" srcOrd="4" destOrd="0" presId="urn:microsoft.com/office/officeart/2005/8/layout/list1"/>
    <dgm:cxn modelId="{A5438DF1-87F2-4F0F-A31D-330A754CA553}" type="presParOf" srcId="{19A7C9B2-4E2E-41F6-B48A-B0D877B32C61}" destId="{BDA50328-ECF4-4D59-9942-090849E119CD}" srcOrd="0" destOrd="0" presId="urn:microsoft.com/office/officeart/2005/8/layout/list1"/>
    <dgm:cxn modelId="{DD39335D-D82D-4A21-AAFD-A133F2735127}" type="presParOf" srcId="{19A7C9B2-4E2E-41F6-B48A-B0D877B32C61}" destId="{0D1724E3-5D28-484F-BB46-33C50918231D}" srcOrd="1" destOrd="0" presId="urn:microsoft.com/office/officeart/2005/8/layout/list1"/>
    <dgm:cxn modelId="{8874A5BE-F2D7-4228-A2F8-11457A5895B1}" type="presParOf" srcId="{EAE9E2F8-DF35-4AFF-98C3-7884A34F8C67}" destId="{5C9E7023-38B6-470D-98EC-738480B1B7C1}" srcOrd="5" destOrd="0" presId="urn:microsoft.com/office/officeart/2005/8/layout/list1"/>
    <dgm:cxn modelId="{019CB8C2-6C78-4834-A8F0-18D7F705204D}" type="presParOf" srcId="{EAE9E2F8-DF35-4AFF-98C3-7884A34F8C67}" destId="{C5603DCC-3AB7-45F5-8D82-9CA9DAFB192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7AE5D8-1175-4DC6-9C7B-E4DABF6BEBF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75E9FF-91E2-4D24-8754-EA4199F769C8}">
      <dgm:prSet/>
      <dgm:spPr/>
      <dgm:t>
        <a:bodyPr/>
        <a:lstStyle/>
        <a:p>
          <a:r>
            <a:rPr lang="en-GB"/>
            <a:t>Mitigation:</a:t>
          </a:r>
          <a:endParaRPr lang="en-US"/>
        </a:p>
      </dgm:t>
    </dgm:pt>
    <dgm:pt modelId="{0531DEE9-B3A5-424F-A82A-7FE02735CB81}" type="parTrans" cxnId="{FC451DEF-043A-410E-B4AB-66F17BEA0418}">
      <dgm:prSet/>
      <dgm:spPr/>
      <dgm:t>
        <a:bodyPr/>
        <a:lstStyle/>
        <a:p>
          <a:endParaRPr lang="en-US"/>
        </a:p>
      </dgm:t>
    </dgm:pt>
    <dgm:pt modelId="{215C0E56-C042-4A17-878F-9D262F39FAD0}" type="sibTrans" cxnId="{FC451DEF-043A-410E-B4AB-66F17BEA0418}">
      <dgm:prSet/>
      <dgm:spPr/>
      <dgm:t>
        <a:bodyPr/>
        <a:lstStyle/>
        <a:p>
          <a:endParaRPr lang="en-US"/>
        </a:p>
      </dgm:t>
    </dgm:pt>
    <dgm:pt modelId="{52241381-610E-4073-9EF4-49BC30163708}">
      <dgm:prSet/>
      <dgm:spPr/>
      <dgm:t>
        <a:bodyPr/>
        <a:lstStyle/>
        <a:p>
          <a:r>
            <a:rPr lang="en-GB"/>
            <a:t>Transparent data usage</a:t>
          </a:r>
          <a:endParaRPr lang="en-US"/>
        </a:p>
      </dgm:t>
    </dgm:pt>
    <dgm:pt modelId="{FA78F6D8-5880-4363-B42A-35CAA5E0E751}" type="parTrans" cxnId="{92C98E62-E8FE-4551-B248-92BB04E1159F}">
      <dgm:prSet/>
      <dgm:spPr/>
      <dgm:t>
        <a:bodyPr/>
        <a:lstStyle/>
        <a:p>
          <a:endParaRPr lang="en-US"/>
        </a:p>
      </dgm:t>
    </dgm:pt>
    <dgm:pt modelId="{7D9F0B89-13F3-4415-B8D7-E93858915AD8}" type="sibTrans" cxnId="{92C98E62-E8FE-4551-B248-92BB04E1159F}">
      <dgm:prSet/>
      <dgm:spPr/>
      <dgm:t>
        <a:bodyPr/>
        <a:lstStyle/>
        <a:p>
          <a:endParaRPr lang="en-US"/>
        </a:p>
      </dgm:t>
    </dgm:pt>
    <dgm:pt modelId="{DD605C6C-5175-4896-8207-4FDB56802764}">
      <dgm:prSet/>
      <dgm:spPr/>
      <dgm:t>
        <a:bodyPr/>
        <a:lstStyle/>
        <a:p>
          <a:r>
            <a:rPr lang="en-GB"/>
            <a:t>Regular model evaluation </a:t>
          </a:r>
          <a:endParaRPr lang="en-US"/>
        </a:p>
      </dgm:t>
    </dgm:pt>
    <dgm:pt modelId="{04515175-5799-4A32-BF09-F2BCDE012119}" type="parTrans" cxnId="{F141A2A9-7B8E-4D0E-9C3B-59759B03F205}">
      <dgm:prSet/>
      <dgm:spPr/>
      <dgm:t>
        <a:bodyPr/>
        <a:lstStyle/>
        <a:p>
          <a:endParaRPr lang="en-US"/>
        </a:p>
      </dgm:t>
    </dgm:pt>
    <dgm:pt modelId="{C0A327A2-2AC8-47F4-BDE8-C83D624F2AF7}" type="sibTrans" cxnId="{F141A2A9-7B8E-4D0E-9C3B-59759B03F205}">
      <dgm:prSet/>
      <dgm:spPr/>
      <dgm:t>
        <a:bodyPr/>
        <a:lstStyle/>
        <a:p>
          <a:endParaRPr lang="en-US"/>
        </a:p>
      </dgm:t>
    </dgm:pt>
    <dgm:pt modelId="{1B54D05F-8F1A-4748-BE50-B0CA5C59C85A}">
      <dgm:prSet/>
      <dgm:spPr/>
      <dgm:t>
        <a:bodyPr/>
        <a:lstStyle/>
        <a:p>
          <a:r>
            <a:rPr lang="en-GB"/>
            <a:t>Ethical handling of costumer data</a:t>
          </a:r>
          <a:endParaRPr lang="en-US"/>
        </a:p>
      </dgm:t>
    </dgm:pt>
    <dgm:pt modelId="{1C20A964-3623-40BB-8A1A-C461669AF0DB}" type="parTrans" cxnId="{93B9031A-99F8-4DC2-9233-DE01BB06EC4C}">
      <dgm:prSet/>
      <dgm:spPr/>
      <dgm:t>
        <a:bodyPr/>
        <a:lstStyle/>
        <a:p>
          <a:endParaRPr lang="en-US"/>
        </a:p>
      </dgm:t>
    </dgm:pt>
    <dgm:pt modelId="{1FCEEDA9-D693-4C59-B5E2-30410C178D00}" type="sibTrans" cxnId="{93B9031A-99F8-4DC2-9233-DE01BB06EC4C}">
      <dgm:prSet/>
      <dgm:spPr/>
      <dgm:t>
        <a:bodyPr/>
        <a:lstStyle/>
        <a:p>
          <a:endParaRPr lang="en-US"/>
        </a:p>
      </dgm:t>
    </dgm:pt>
    <dgm:pt modelId="{28E634AB-AEE0-42F1-BA36-C403FD88708C}">
      <dgm:prSet/>
      <dgm:spPr/>
      <dgm:t>
        <a:bodyPr/>
        <a:lstStyle/>
        <a:p>
          <a:r>
            <a:rPr lang="en-GB"/>
            <a:t>Ethical Risks:</a:t>
          </a:r>
          <a:endParaRPr lang="en-US"/>
        </a:p>
      </dgm:t>
    </dgm:pt>
    <dgm:pt modelId="{9B7AE4E6-CEDD-4174-9AFA-B82920F8D6EA}" type="parTrans" cxnId="{2270C107-DBEA-48CC-A690-9AF78A9C49A3}">
      <dgm:prSet/>
      <dgm:spPr/>
      <dgm:t>
        <a:bodyPr/>
        <a:lstStyle/>
        <a:p>
          <a:endParaRPr lang="en-US"/>
        </a:p>
      </dgm:t>
    </dgm:pt>
    <dgm:pt modelId="{B18F22A7-3A46-4DA5-AFD6-097CF328616B}" type="sibTrans" cxnId="{2270C107-DBEA-48CC-A690-9AF78A9C49A3}">
      <dgm:prSet/>
      <dgm:spPr/>
      <dgm:t>
        <a:bodyPr/>
        <a:lstStyle/>
        <a:p>
          <a:endParaRPr lang="en-US"/>
        </a:p>
      </dgm:t>
    </dgm:pt>
    <dgm:pt modelId="{10D080D2-C332-42C3-97A8-B5E23F89AC68}">
      <dgm:prSet/>
      <dgm:spPr/>
      <dgm:t>
        <a:bodyPr/>
        <a:lstStyle/>
        <a:p>
          <a:r>
            <a:rPr lang="en-GB"/>
            <a:t>User privacy concerns</a:t>
          </a:r>
          <a:endParaRPr lang="en-US"/>
        </a:p>
      </dgm:t>
    </dgm:pt>
    <dgm:pt modelId="{0B189631-72CD-43DF-A635-67C5AE0EA5C3}" type="parTrans" cxnId="{B2CE88D9-BF33-4085-A0E4-C23C29C9A614}">
      <dgm:prSet/>
      <dgm:spPr/>
      <dgm:t>
        <a:bodyPr/>
        <a:lstStyle/>
        <a:p>
          <a:endParaRPr lang="en-US"/>
        </a:p>
      </dgm:t>
    </dgm:pt>
    <dgm:pt modelId="{1B804132-5CA0-4FD3-8912-4965D886F6E1}" type="sibTrans" cxnId="{B2CE88D9-BF33-4085-A0E4-C23C29C9A614}">
      <dgm:prSet/>
      <dgm:spPr/>
      <dgm:t>
        <a:bodyPr/>
        <a:lstStyle/>
        <a:p>
          <a:endParaRPr lang="en-US"/>
        </a:p>
      </dgm:t>
    </dgm:pt>
    <dgm:pt modelId="{DEA8AA1B-447F-4162-8CE0-94797EFE7FF4}">
      <dgm:prSet/>
      <dgm:spPr/>
      <dgm:t>
        <a:bodyPr/>
        <a:lstStyle/>
        <a:p>
          <a:r>
            <a:rPr lang="en-GB"/>
            <a:t>Potential algorithmic bias</a:t>
          </a:r>
          <a:endParaRPr lang="en-US"/>
        </a:p>
      </dgm:t>
    </dgm:pt>
    <dgm:pt modelId="{589F9DBB-33E8-4686-A904-BBF2FBA40E75}" type="parTrans" cxnId="{E0190ECC-8680-4323-9099-AE854C059DC7}">
      <dgm:prSet/>
      <dgm:spPr/>
      <dgm:t>
        <a:bodyPr/>
        <a:lstStyle/>
        <a:p>
          <a:endParaRPr lang="en-US"/>
        </a:p>
      </dgm:t>
    </dgm:pt>
    <dgm:pt modelId="{943D8793-A6BA-41EC-BA36-017F43542A04}" type="sibTrans" cxnId="{E0190ECC-8680-4323-9099-AE854C059DC7}">
      <dgm:prSet/>
      <dgm:spPr/>
      <dgm:t>
        <a:bodyPr/>
        <a:lstStyle/>
        <a:p>
          <a:endParaRPr lang="en-US"/>
        </a:p>
      </dgm:t>
    </dgm:pt>
    <dgm:pt modelId="{AC7C5559-0D00-49FC-88B6-032DC10A7A34}">
      <dgm:prSet/>
      <dgm:spPr/>
      <dgm:t>
        <a:bodyPr/>
        <a:lstStyle/>
        <a:p>
          <a:r>
            <a:rPr lang="en-GB"/>
            <a:t>Incorrect customer profiling </a:t>
          </a:r>
          <a:endParaRPr lang="en-US"/>
        </a:p>
      </dgm:t>
    </dgm:pt>
    <dgm:pt modelId="{4E4B1538-AB56-423E-9D1C-89E6945D4E91}" type="parTrans" cxnId="{A85F5DB6-9A67-4C70-8646-25F3E8B3A0EC}">
      <dgm:prSet/>
      <dgm:spPr/>
      <dgm:t>
        <a:bodyPr/>
        <a:lstStyle/>
        <a:p>
          <a:endParaRPr lang="en-US"/>
        </a:p>
      </dgm:t>
    </dgm:pt>
    <dgm:pt modelId="{6EF15A6E-D663-4808-8738-83E395383F38}" type="sibTrans" cxnId="{A85F5DB6-9A67-4C70-8646-25F3E8B3A0EC}">
      <dgm:prSet/>
      <dgm:spPr/>
      <dgm:t>
        <a:bodyPr/>
        <a:lstStyle/>
        <a:p>
          <a:endParaRPr lang="en-US"/>
        </a:p>
      </dgm:t>
    </dgm:pt>
    <dgm:pt modelId="{FC458679-EFCB-4DED-827A-5C8069847770}" type="pres">
      <dgm:prSet presAssocID="{B97AE5D8-1175-4DC6-9C7B-E4DABF6BEBFA}" presName="root" presStyleCnt="0">
        <dgm:presLayoutVars>
          <dgm:dir/>
          <dgm:resizeHandles val="exact"/>
        </dgm:presLayoutVars>
      </dgm:prSet>
      <dgm:spPr/>
    </dgm:pt>
    <dgm:pt modelId="{F5A16399-FCC1-4325-BB07-262403FA1D5B}" type="pres">
      <dgm:prSet presAssocID="{3675E9FF-91E2-4D24-8754-EA4199F769C8}" presName="compNode" presStyleCnt="0"/>
      <dgm:spPr/>
    </dgm:pt>
    <dgm:pt modelId="{726DFD7E-606B-4EBC-94BC-9A17ED08B187}" type="pres">
      <dgm:prSet presAssocID="{3675E9FF-91E2-4D24-8754-EA4199F769C8}" presName="bgRect" presStyleLbl="bgShp" presStyleIdx="0" presStyleCnt="2"/>
      <dgm:spPr/>
    </dgm:pt>
    <dgm:pt modelId="{FB362AF1-2687-456E-AFCF-171FB3914E60}" type="pres">
      <dgm:prSet presAssocID="{3675E9FF-91E2-4D24-8754-EA4199F769C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EE7CD76-523B-4E1F-9E44-DB2BF0DF494D}" type="pres">
      <dgm:prSet presAssocID="{3675E9FF-91E2-4D24-8754-EA4199F769C8}" presName="spaceRect" presStyleCnt="0"/>
      <dgm:spPr/>
    </dgm:pt>
    <dgm:pt modelId="{488D768E-D982-4D28-AAEB-A22775CD1D3C}" type="pres">
      <dgm:prSet presAssocID="{3675E9FF-91E2-4D24-8754-EA4199F769C8}" presName="parTx" presStyleLbl="revTx" presStyleIdx="0" presStyleCnt="4">
        <dgm:presLayoutVars>
          <dgm:chMax val="0"/>
          <dgm:chPref val="0"/>
        </dgm:presLayoutVars>
      </dgm:prSet>
      <dgm:spPr/>
    </dgm:pt>
    <dgm:pt modelId="{088B2B36-E37A-4164-9113-3EF21517E055}" type="pres">
      <dgm:prSet presAssocID="{3675E9FF-91E2-4D24-8754-EA4199F769C8}" presName="desTx" presStyleLbl="revTx" presStyleIdx="1" presStyleCnt="4">
        <dgm:presLayoutVars/>
      </dgm:prSet>
      <dgm:spPr/>
    </dgm:pt>
    <dgm:pt modelId="{728F83B9-FAB8-493C-9A26-0EBB9E4A45FB}" type="pres">
      <dgm:prSet presAssocID="{215C0E56-C042-4A17-878F-9D262F39FAD0}" presName="sibTrans" presStyleCnt="0"/>
      <dgm:spPr/>
    </dgm:pt>
    <dgm:pt modelId="{5B9394F8-B2D0-4C5E-AACA-DD4066250452}" type="pres">
      <dgm:prSet presAssocID="{28E634AB-AEE0-42F1-BA36-C403FD88708C}" presName="compNode" presStyleCnt="0"/>
      <dgm:spPr/>
    </dgm:pt>
    <dgm:pt modelId="{42F9798F-C549-41F6-A046-8867ECB5C3B1}" type="pres">
      <dgm:prSet presAssocID="{28E634AB-AEE0-42F1-BA36-C403FD88708C}" presName="bgRect" presStyleLbl="bgShp" presStyleIdx="1" presStyleCnt="2"/>
      <dgm:spPr/>
    </dgm:pt>
    <dgm:pt modelId="{2EE7F036-D373-472C-8E86-CA3F447ECDFE}" type="pres">
      <dgm:prSet presAssocID="{28E634AB-AEE0-42F1-BA36-C403FD88708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98F9DCB-46F4-4AA6-81CC-78F6A1E13778}" type="pres">
      <dgm:prSet presAssocID="{28E634AB-AEE0-42F1-BA36-C403FD88708C}" presName="spaceRect" presStyleCnt="0"/>
      <dgm:spPr/>
    </dgm:pt>
    <dgm:pt modelId="{21803949-0E6B-440F-98E9-8F157F8FCEE4}" type="pres">
      <dgm:prSet presAssocID="{28E634AB-AEE0-42F1-BA36-C403FD88708C}" presName="parTx" presStyleLbl="revTx" presStyleIdx="2" presStyleCnt="4">
        <dgm:presLayoutVars>
          <dgm:chMax val="0"/>
          <dgm:chPref val="0"/>
        </dgm:presLayoutVars>
      </dgm:prSet>
      <dgm:spPr/>
    </dgm:pt>
    <dgm:pt modelId="{DDA61B50-6773-416D-87F3-A8A1C948181C}" type="pres">
      <dgm:prSet presAssocID="{28E634AB-AEE0-42F1-BA36-C403FD88708C}" presName="desTx" presStyleLbl="revTx" presStyleIdx="3" presStyleCnt="4">
        <dgm:presLayoutVars/>
      </dgm:prSet>
      <dgm:spPr/>
    </dgm:pt>
  </dgm:ptLst>
  <dgm:cxnLst>
    <dgm:cxn modelId="{2270C107-DBEA-48CC-A690-9AF78A9C49A3}" srcId="{B97AE5D8-1175-4DC6-9C7B-E4DABF6BEBFA}" destId="{28E634AB-AEE0-42F1-BA36-C403FD88708C}" srcOrd="1" destOrd="0" parTransId="{9B7AE4E6-CEDD-4174-9AFA-B82920F8D6EA}" sibTransId="{B18F22A7-3A46-4DA5-AFD6-097CF328616B}"/>
    <dgm:cxn modelId="{93B9031A-99F8-4DC2-9233-DE01BB06EC4C}" srcId="{3675E9FF-91E2-4D24-8754-EA4199F769C8}" destId="{1B54D05F-8F1A-4748-BE50-B0CA5C59C85A}" srcOrd="2" destOrd="0" parTransId="{1C20A964-3623-40BB-8A1A-C461669AF0DB}" sibTransId="{1FCEEDA9-D693-4C59-B5E2-30410C178D00}"/>
    <dgm:cxn modelId="{11296C29-1E4D-45DA-96EE-36C91F277179}" type="presOf" srcId="{52241381-610E-4073-9EF4-49BC30163708}" destId="{088B2B36-E37A-4164-9113-3EF21517E055}" srcOrd="0" destOrd="0" presId="urn:microsoft.com/office/officeart/2018/2/layout/IconVerticalSolidList"/>
    <dgm:cxn modelId="{4E794B38-A64B-40C6-BE1F-C4977690962B}" type="presOf" srcId="{1B54D05F-8F1A-4748-BE50-B0CA5C59C85A}" destId="{088B2B36-E37A-4164-9113-3EF21517E055}" srcOrd="0" destOrd="2" presId="urn:microsoft.com/office/officeart/2018/2/layout/IconVerticalSolidList"/>
    <dgm:cxn modelId="{E4D1D15E-6B92-4E56-B8D0-9534EA33AEB2}" type="presOf" srcId="{AC7C5559-0D00-49FC-88B6-032DC10A7A34}" destId="{DDA61B50-6773-416D-87F3-A8A1C948181C}" srcOrd="0" destOrd="2" presId="urn:microsoft.com/office/officeart/2018/2/layout/IconVerticalSolidList"/>
    <dgm:cxn modelId="{92C98E62-E8FE-4551-B248-92BB04E1159F}" srcId="{3675E9FF-91E2-4D24-8754-EA4199F769C8}" destId="{52241381-610E-4073-9EF4-49BC30163708}" srcOrd="0" destOrd="0" parTransId="{FA78F6D8-5880-4363-B42A-35CAA5E0E751}" sibTransId="{7D9F0B89-13F3-4415-B8D7-E93858915AD8}"/>
    <dgm:cxn modelId="{B1256363-69CF-4A3B-9D6B-FC0F2D46203F}" type="presOf" srcId="{DEA8AA1B-447F-4162-8CE0-94797EFE7FF4}" destId="{DDA61B50-6773-416D-87F3-A8A1C948181C}" srcOrd="0" destOrd="1" presId="urn:microsoft.com/office/officeart/2018/2/layout/IconVerticalSolidList"/>
    <dgm:cxn modelId="{D6509C47-F50D-459D-BB50-410E7A6A29EB}" type="presOf" srcId="{10D080D2-C332-42C3-97A8-B5E23F89AC68}" destId="{DDA61B50-6773-416D-87F3-A8A1C948181C}" srcOrd="0" destOrd="0" presId="urn:microsoft.com/office/officeart/2018/2/layout/IconVerticalSolidList"/>
    <dgm:cxn modelId="{FFD89158-F7B2-4BC5-98A7-5CE3BBCDDB67}" type="presOf" srcId="{DD605C6C-5175-4896-8207-4FDB56802764}" destId="{088B2B36-E37A-4164-9113-3EF21517E055}" srcOrd="0" destOrd="1" presId="urn:microsoft.com/office/officeart/2018/2/layout/IconVerticalSolidList"/>
    <dgm:cxn modelId="{48003C90-3DF2-42D3-8374-3F0B4829C185}" type="presOf" srcId="{B97AE5D8-1175-4DC6-9C7B-E4DABF6BEBFA}" destId="{FC458679-EFCB-4DED-827A-5C8069847770}" srcOrd="0" destOrd="0" presId="urn:microsoft.com/office/officeart/2018/2/layout/IconVerticalSolidList"/>
    <dgm:cxn modelId="{F141A2A9-7B8E-4D0E-9C3B-59759B03F205}" srcId="{3675E9FF-91E2-4D24-8754-EA4199F769C8}" destId="{DD605C6C-5175-4896-8207-4FDB56802764}" srcOrd="1" destOrd="0" parTransId="{04515175-5799-4A32-BF09-F2BCDE012119}" sibTransId="{C0A327A2-2AC8-47F4-BDE8-C83D624F2AF7}"/>
    <dgm:cxn modelId="{A85F5DB6-9A67-4C70-8646-25F3E8B3A0EC}" srcId="{28E634AB-AEE0-42F1-BA36-C403FD88708C}" destId="{AC7C5559-0D00-49FC-88B6-032DC10A7A34}" srcOrd="2" destOrd="0" parTransId="{4E4B1538-AB56-423E-9D1C-89E6945D4E91}" sibTransId="{6EF15A6E-D663-4808-8738-83E395383F38}"/>
    <dgm:cxn modelId="{E0190ECC-8680-4323-9099-AE854C059DC7}" srcId="{28E634AB-AEE0-42F1-BA36-C403FD88708C}" destId="{DEA8AA1B-447F-4162-8CE0-94797EFE7FF4}" srcOrd="1" destOrd="0" parTransId="{589F9DBB-33E8-4686-A904-BBF2FBA40E75}" sibTransId="{943D8793-A6BA-41EC-BA36-017F43542A04}"/>
    <dgm:cxn modelId="{B2CE88D9-BF33-4085-A0E4-C23C29C9A614}" srcId="{28E634AB-AEE0-42F1-BA36-C403FD88708C}" destId="{10D080D2-C332-42C3-97A8-B5E23F89AC68}" srcOrd="0" destOrd="0" parTransId="{0B189631-72CD-43DF-A635-67C5AE0EA5C3}" sibTransId="{1B804132-5CA0-4FD3-8912-4965D886F6E1}"/>
    <dgm:cxn modelId="{361AC1EA-BC43-43EF-AFF4-DBAC6753BF57}" type="presOf" srcId="{28E634AB-AEE0-42F1-BA36-C403FD88708C}" destId="{21803949-0E6B-440F-98E9-8F157F8FCEE4}" srcOrd="0" destOrd="0" presId="urn:microsoft.com/office/officeart/2018/2/layout/IconVerticalSolidList"/>
    <dgm:cxn modelId="{FA74E6EE-C678-47A1-90D3-83BEC6706507}" type="presOf" srcId="{3675E9FF-91E2-4D24-8754-EA4199F769C8}" destId="{488D768E-D982-4D28-AAEB-A22775CD1D3C}" srcOrd="0" destOrd="0" presId="urn:microsoft.com/office/officeart/2018/2/layout/IconVerticalSolidList"/>
    <dgm:cxn modelId="{FC451DEF-043A-410E-B4AB-66F17BEA0418}" srcId="{B97AE5D8-1175-4DC6-9C7B-E4DABF6BEBFA}" destId="{3675E9FF-91E2-4D24-8754-EA4199F769C8}" srcOrd="0" destOrd="0" parTransId="{0531DEE9-B3A5-424F-A82A-7FE02735CB81}" sibTransId="{215C0E56-C042-4A17-878F-9D262F39FAD0}"/>
    <dgm:cxn modelId="{B68A2429-C225-4180-B453-9DB55802143C}" type="presParOf" srcId="{FC458679-EFCB-4DED-827A-5C8069847770}" destId="{F5A16399-FCC1-4325-BB07-262403FA1D5B}" srcOrd="0" destOrd="0" presId="urn:microsoft.com/office/officeart/2018/2/layout/IconVerticalSolidList"/>
    <dgm:cxn modelId="{9A61304E-3E43-4939-BE2F-39749EE48429}" type="presParOf" srcId="{F5A16399-FCC1-4325-BB07-262403FA1D5B}" destId="{726DFD7E-606B-4EBC-94BC-9A17ED08B187}" srcOrd="0" destOrd="0" presId="urn:microsoft.com/office/officeart/2018/2/layout/IconVerticalSolidList"/>
    <dgm:cxn modelId="{403CC8C1-EC35-4165-A7CA-C2EE0CCF7A8F}" type="presParOf" srcId="{F5A16399-FCC1-4325-BB07-262403FA1D5B}" destId="{FB362AF1-2687-456E-AFCF-171FB3914E60}" srcOrd="1" destOrd="0" presId="urn:microsoft.com/office/officeart/2018/2/layout/IconVerticalSolidList"/>
    <dgm:cxn modelId="{1BE66BCF-8DC0-4CF2-B71F-9F9431DBD72D}" type="presParOf" srcId="{F5A16399-FCC1-4325-BB07-262403FA1D5B}" destId="{8EE7CD76-523B-4E1F-9E44-DB2BF0DF494D}" srcOrd="2" destOrd="0" presId="urn:microsoft.com/office/officeart/2018/2/layout/IconVerticalSolidList"/>
    <dgm:cxn modelId="{F007A6F3-873C-42CF-9994-3B9FCCC4BBC3}" type="presParOf" srcId="{F5A16399-FCC1-4325-BB07-262403FA1D5B}" destId="{488D768E-D982-4D28-AAEB-A22775CD1D3C}" srcOrd="3" destOrd="0" presId="urn:microsoft.com/office/officeart/2018/2/layout/IconVerticalSolidList"/>
    <dgm:cxn modelId="{0C11C00D-E62F-43BC-9E62-39FB16BA0CD1}" type="presParOf" srcId="{F5A16399-FCC1-4325-BB07-262403FA1D5B}" destId="{088B2B36-E37A-4164-9113-3EF21517E055}" srcOrd="4" destOrd="0" presId="urn:microsoft.com/office/officeart/2018/2/layout/IconVerticalSolidList"/>
    <dgm:cxn modelId="{3882AD0A-BB88-48C7-B01A-247BD5BEEAC6}" type="presParOf" srcId="{FC458679-EFCB-4DED-827A-5C8069847770}" destId="{728F83B9-FAB8-493C-9A26-0EBB9E4A45FB}" srcOrd="1" destOrd="0" presId="urn:microsoft.com/office/officeart/2018/2/layout/IconVerticalSolidList"/>
    <dgm:cxn modelId="{AA4C5CDA-E0BA-4930-8076-88C3C4B1714F}" type="presParOf" srcId="{FC458679-EFCB-4DED-827A-5C8069847770}" destId="{5B9394F8-B2D0-4C5E-AACA-DD4066250452}" srcOrd="2" destOrd="0" presId="urn:microsoft.com/office/officeart/2018/2/layout/IconVerticalSolidList"/>
    <dgm:cxn modelId="{B2B55B54-2452-466A-9E16-E72C6B38DFC2}" type="presParOf" srcId="{5B9394F8-B2D0-4C5E-AACA-DD4066250452}" destId="{42F9798F-C549-41F6-A046-8867ECB5C3B1}" srcOrd="0" destOrd="0" presId="urn:microsoft.com/office/officeart/2018/2/layout/IconVerticalSolidList"/>
    <dgm:cxn modelId="{07D9998C-5197-494C-B195-FA5022A7B118}" type="presParOf" srcId="{5B9394F8-B2D0-4C5E-AACA-DD4066250452}" destId="{2EE7F036-D373-472C-8E86-CA3F447ECDFE}" srcOrd="1" destOrd="0" presId="urn:microsoft.com/office/officeart/2018/2/layout/IconVerticalSolidList"/>
    <dgm:cxn modelId="{5F838351-4664-4F53-9CE0-F10A081A94FB}" type="presParOf" srcId="{5B9394F8-B2D0-4C5E-AACA-DD4066250452}" destId="{F98F9DCB-46F4-4AA6-81CC-78F6A1E13778}" srcOrd="2" destOrd="0" presId="urn:microsoft.com/office/officeart/2018/2/layout/IconVerticalSolidList"/>
    <dgm:cxn modelId="{AE25BFC6-5F1E-473C-9E96-D9ACAE93DA52}" type="presParOf" srcId="{5B9394F8-B2D0-4C5E-AACA-DD4066250452}" destId="{21803949-0E6B-440F-98E9-8F157F8FCEE4}" srcOrd="3" destOrd="0" presId="urn:microsoft.com/office/officeart/2018/2/layout/IconVerticalSolidList"/>
    <dgm:cxn modelId="{FE7D4DC9-7CEE-4B48-A1B5-7CE21CBF5B5B}" type="presParOf" srcId="{5B9394F8-B2D0-4C5E-AACA-DD4066250452}" destId="{DDA61B50-6773-416D-87F3-A8A1C948181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F82A7-5FB7-480F-AE56-D9E6792C01E7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Digital Marketing Team</a:t>
          </a:r>
          <a:endParaRPr lang="en-US" sz="2800" kern="1200" dirty="0"/>
        </a:p>
      </dsp:txBody>
      <dsp:txXfrm>
        <a:off x="0" y="591343"/>
        <a:ext cx="2571749" cy="1543050"/>
      </dsp:txXfrm>
    </dsp:sp>
    <dsp:sp modelId="{6843E03C-A73C-4ECE-8BC3-6EE3C0D66534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E-commerce Managers</a:t>
          </a:r>
          <a:endParaRPr lang="en-US" sz="2800" kern="1200" dirty="0"/>
        </a:p>
      </dsp:txBody>
      <dsp:txXfrm>
        <a:off x="2828925" y="591343"/>
        <a:ext cx="2571749" cy="1543050"/>
      </dsp:txXfrm>
    </dsp:sp>
    <dsp:sp modelId="{9F3AF886-6539-4FD4-8B20-B3981991F206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Data Analysts</a:t>
          </a:r>
          <a:endParaRPr lang="en-US" sz="2800" kern="1200" dirty="0"/>
        </a:p>
      </dsp:txBody>
      <dsp:txXfrm>
        <a:off x="5657849" y="591343"/>
        <a:ext cx="2571749" cy="1543050"/>
      </dsp:txXfrm>
    </dsp:sp>
    <dsp:sp modelId="{409E01DD-3C19-486A-826A-7274CCD1635D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Customers</a:t>
          </a:r>
          <a:endParaRPr lang="en-US" sz="2800" kern="1200" dirty="0"/>
        </a:p>
      </dsp:txBody>
      <dsp:txXfrm>
        <a:off x="1414462" y="2391569"/>
        <a:ext cx="2571749" cy="1543050"/>
      </dsp:txXfrm>
    </dsp:sp>
    <dsp:sp modelId="{7892C3AA-EEAF-4F69-A515-CC72153A6B11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 IT/Development Team</a:t>
          </a:r>
          <a:endParaRPr lang="en-US" sz="2800" kern="1200" dirty="0"/>
        </a:p>
      </dsp:txBody>
      <dsp:txXfrm>
        <a:off x="4243387" y="2391569"/>
        <a:ext cx="2571749" cy="1543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28543-9255-4BD8-A235-D86221D89292}">
      <dsp:nvSpPr>
        <dsp:cNvPr id="0" name=""/>
        <dsp:cNvSpPr/>
      </dsp:nvSpPr>
      <dsp:spPr>
        <a:xfrm>
          <a:off x="0" y="383781"/>
          <a:ext cx="8229600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Artificial Data Realism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Avoiding Overfitting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Feature Selection </a:t>
          </a:r>
          <a:endParaRPr lang="en-US" sz="2400" kern="1200"/>
        </a:p>
      </dsp:txBody>
      <dsp:txXfrm>
        <a:off x="0" y="383781"/>
        <a:ext cx="8229600" cy="1814400"/>
      </dsp:txXfrm>
    </dsp:sp>
    <dsp:sp modelId="{31DBD2FC-CFE4-431F-8ECD-2884ED31252E}">
      <dsp:nvSpPr>
        <dsp:cNvPr id="0" name=""/>
        <dsp:cNvSpPr/>
      </dsp:nvSpPr>
      <dsp:spPr>
        <a:xfrm>
          <a:off x="411480" y="29541"/>
          <a:ext cx="5760720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T</a:t>
          </a:r>
          <a:r>
            <a:rPr lang="en-US" sz="2400" kern="1200" dirty="0" err="1"/>
            <a:t>echnical</a:t>
          </a:r>
          <a:endParaRPr lang="en-US" sz="2400" kern="1200" dirty="0"/>
        </a:p>
      </dsp:txBody>
      <dsp:txXfrm>
        <a:off x="446065" y="64126"/>
        <a:ext cx="5691550" cy="639310"/>
      </dsp:txXfrm>
    </dsp:sp>
    <dsp:sp modelId="{C5603DCC-3AB7-45F5-8D82-9CA9DAFB1921}">
      <dsp:nvSpPr>
        <dsp:cNvPr id="0" name=""/>
        <dsp:cNvSpPr/>
      </dsp:nvSpPr>
      <dsp:spPr>
        <a:xfrm>
          <a:off x="0" y="2682021"/>
          <a:ext cx="8229600" cy="181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99872" rIns="63870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Integration into company workflow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Trust in AI predictions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Adoption by Marketing Teams </a:t>
          </a:r>
          <a:endParaRPr lang="en-US" sz="2400" kern="1200"/>
        </a:p>
      </dsp:txBody>
      <dsp:txXfrm>
        <a:off x="0" y="2682021"/>
        <a:ext cx="8229600" cy="1814400"/>
      </dsp:txXfrm>
    </dsp:sp>
    <dsp:sp modelId="{0D1724E3-5D28-484F-BB46-33C50918231D}">
      <dsp:nvSpPr>
        <dsp:cNvPr id="0" name=""/>
        <dsp:cNvSpPr/>
      </dsp:nvSpPr>
      <dsp:spPr>
        <a:xfrm>
          <a:off x="411480" y="2327781"/>
          <a:ext cx="5760720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O</a:t>
          </a:r>
          <a:r>
            <a:rPr lang="en-US" sz="2400" kern="1200"/>
            <a:t>rganizational</a:t>
          </a:r>
        </a:p>
      </dsp:txBody>
      <dsp:txXfrm>
        <a:off x="446065" y="2362366"/>
        <a:ext cx="5691550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6DFD7E-606B-4EBC-94BC-9A17ED08B187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62AF1-2687-456E-AFCF-171FB3914E60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D768E-D982-4D28-AAEB-A22775CD1D3C}">
      <dsp:nvSpPr>
        <dsp:cNvPr id="0" name=""/>
        <dsp:cNvSpPr/>
      </dsp:nvSpPr>
      <dsp:spPr>
        <a:xfrm>
          <a:off x="1568246" y="735468"/>
          <a:ext cx="3703320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Mitigation:</a:t>
          </a:r>
          <a:endParaRPr lang="en-US" sz="2500" kern="1200"/>
        </a:p>
      </dsp:txBody>
      <dsp:txXfrm>
        <a:off x="1568246" y="735468"/>
        <a:ext cx="3703320" cy="1357788"/>
      </dsp:txXfrm>
    </dsp:sp>
    <dsp:sp modelId="{088B2B36-E37A-4164-9113-3EF21517E055}">
      <dsp:nvSpPr>
        <dsp:cNvPr id="0" name=""/>
        <dsp:cNvSpPr/>
      </dsp:nvSpPr>
      <dsp:spPr>
        <a:xfrm>
          <a:off x="5271566" y="735468"/>
          <a:ext cx="295803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Transparent data usage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Regular model evaluation 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Ethical handling of costumer data</a:t>
          </a:r>
          <a:endParaRPr lang="en-US" sz="1600" kern="1200"/>
        </a:p>
      </dsp:txBody>
      <dsp:txXfrm>
        <a:off x="5271566" y="735468"/>
        <a:ext cx="2958033" cy="1357788"/>
      </dsp:txXfrm>
    </dsp:sp>
    <dsp:sp modelId="{42F9798F-C549-41F6-A046-8867ECB5C3B1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7F036-D373-472C-8E86-CA3F447ECDFE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03949-0E6B-440F-98E9-8F157F8FCEE4}">
      <dsp:nvSpPr>
        <dsp:cNvPr id="0" name=""/>
        <dsp:cNvSpPr/>
      </dsp:nvSpPr>
      <dsp:spPr>
        <a:xfrm>
          <a:off x="1568246" y="2432705"/>
          <a:ext cx="3703320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Ethical Risks:</a:t>
          </a:r>
          <a:endParaRPr lang="en-US" sz="2500" kern="1200"/>
        </a:p>
      </dsp:txBody>
      <dsp:txXfrm>
        <a:off x="1568246" y="2432705"/>
        <a:ext cx="3703320" cy="1357788"/>
      </dsp:txXfrm>
    </dsp:sp>
    <dsp:sp modelId="{DDA61B50-6773-416D-87F3-A8A1C948181C}">
      <dsp:nvSpPr>
        <dsp:cNvPr id="0" name=""/>
        <dsp:cNvSpPr/>
      </dsp:nvSpPr>
      <dsp:spPr>
        <a:xfrm>
          <a:off x="5271566" y="2432705"/>
          <a:ext cx="295803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 privacy concerns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Potential algorithmic bias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Incorrect customer profiling </a:t>
          </a:r>
          <a:endParaRPr lang="en-US" sz="1600" kern="1200"/>
        </a:p>
      </dsp:txBody>
      <dsp:txXfrm>
        <a:off x="5271566" y="2432705"/>
        <a:ext cx="2958033" cy="1357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132BA-7F90-C045-AC3C-D088D737BC85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13E1-8011-274F-A832-B81829A4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15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605C-FF3E-654F-890C-85C3E6C4269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452D-C759-EA45-A61C-6757CDAD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7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6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133600" cy="365125"/>
          </a:xfrm>
        </p:spPr>
        <p:txBody>
          <a:bodyPr/>
          <a:lstStyle/>
          <a:p>
            <a:fld id="{11E87A6F-16E5-2444-8E01-52483A43058D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3026" y="6492875"/>
            <a:ext cx="2133600" cy="365125"/>
          </a:xfrm>
        </p:spPr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85953"/>
            <a:ext cx="2015644" cy="664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148CA-9598-5A4A-A7FC-FEA6BD71DD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902" b="15599"/>
          <a:stretch/>
        </p:blipFill>
        <p:spPr>
          <a:xfrm>
            <a:off x="6019800" y="116855"/>
            <a:ext cx="2502310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BE37-C354-7843-8D1B-82AD8732054D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50364"/>
            <a:ext cx="2027668" cy="6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</a:t>
            </a:r>
            <a:r>
              <a:rPr lang="pt-PT" dirty="0" err="1"/>
              <a:t>Master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8EF8-12EF-244B-8AD9-ADF3AF7DF6B1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F4CE35-700E-D24D-BFFE-3A46495E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E1FB-A965-7646-B21B-EA92A716BFB6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62DD-2E3D-1046-8925-14B387B4EBE4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5E3E-DB9A-D44E-A77E-F04CA3810003}" type="datetime1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0069CF2-EEBE-B943-855E-E4B9D86DC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CC3B-8D39-4F4D-BF99-FB2D3A1E3AF3}" type="datetime1">
              <a:rPr lang="en-US" smtClean="0"/>
              <a:t>5/22/2026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1244B59-E2B5-444D-B4DC-4AC3B4C84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2CFB25-9124-B443-9B84-19A867D02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6A1B-DA9C-F04B-AB4D-14C78B78D751}" type="datetime1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CD2A-FE21-F941-9181-60477F37902D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DD4D-0F64-554F-821E-A588CA7F0791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0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654A-3E1B-1642-984F-D85157AAB59A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2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649C1-9FF8-D641-9274-7E16A33349D5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79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údo geral">
  <p:cSld name="1_Conteúdo geral"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/>
        </p:nvSpPr>
        <p:spPr>
          <a:xfrm>
            <a:off x="1417599" y="6335713"/>
            <a:ext cx="18101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E9E9E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350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251222" y="53744"/>
            <a:ext cx="6427012" cy="85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sz="1800" b="1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50924" y="1052736"/>
            <a:ext cx="8641556" cy="512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373E47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85800" marR="0" lvl="1" indent="-27622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▪"/>
              <a:defRPr sz="15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0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  <p15:guide id="4" pos="6335">
          <p15:clr>
            <a:srgbClr val="FBAE40"/>
          </p15:clr>
        </p15:guide>
        <p15:guide id="5" pos="7469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28">
          <p15:clr>
            <a:srgbClr val="FBAE4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A085-F8B6-C74F-A545-7650ED705A4F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logo_UP_FEUP_monocromático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61" y="293957"/>
            <a:ext cx="2239233" cy="7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Assignment 2</a:t>
            </a:r>
            <a:br>
              <a:rPr lang="en-US" dirty="0"/>
            </a:br>
            <a:r>
              <a:rPr lang="en-US" dirty="0"/>
              <a:t>L.EIC – IART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D12EB-6D15-0DB7-BF29-13548910D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183545"/>
            <a:ext cx="6400800" cy="1752600"/>
          </a:xfrm>
        </p:spPr>
        <p:txBody>
          <a:bodyPr/>
          <a:lstStyle/>
          <a:p>
            <a:r>
              <a:rPr lang="en-GB" dirty="0"/>
              <a:t>Afonso Delca Araújo – up202306547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7335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70CE-FDEC-4E92-E8F6-A3D1A00C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CAAC2-B777-3DD2-AD48-C440F090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/>
              <a:t>Customer: “</a:t>
            </a:r>
            <a:r>
              <a:rPr lang="en-GB" sz="2800" dirty="0" err="1"/>
              <a:t>ShopSmart</a:t>
            </a:r>
            <a:r>
              <a:rPr lang="en-GB" sz="2800" dirty="0"/>
              <a:t>”, fictional e-commerce company</a:t>
            </a:r>
          </a:p>
          <a:p>
            <a:endParaRPr lang="en-GB" sz="2800" dirty="0"/>
          </a:p>
          <a:p>
            <a:r>
              <a:rPr lang="en-GB" sz="2800" dirty="0"/>
              <a:t>Description: Online retail company focused on improving conversion rates and reducing advertising costs</a:t>
            </a:r>
          </a:p>
          <a:p>
            <a:endParaRPr lang="en-PT" sz="2800" dirty="0"/>
          </a:p>
          <a:p>
            <a:r>
              <a:rPr lang="en-GB" sz="2800" dirty="0"/>
              <a:t>John Doe: Digital Marketing Manager</a:t>
            </a:r>
          </a:p>
          <a:p>
            <a:pPr lvl="1"/>
            <a:r>
              <a:rPr lang="en-GB" dirty="0"/>
              <a:t>Phone number : +321 1234 2451 32</a:t>
            </a:r>
          </a:p>
          <a:p>
            <a:pPr lvl="1"/>
            <a:r>
              <a:rPr lang="en-GB" dirty="0"/>
              <a:t>E-mail: john.doe.marketing@gmail.com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27DF1-2037-AB3E-9747-A728CE4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A950-FBEE-1B3C-AC4D-4DB713F8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4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CB54-7A9F-C7C6-433C-355A834E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3A36-7E51-3C7C-9EE3-5B270D72C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 Definition: The company wants to predict whether a user is or isn’t LIKELY to complete a purchase</a:t>
            </a:r>
          </a:p>
          <a:p>
            <a:endParaRPr lang="en-GB" dirty="0"/>
          </a:p>
          <a:p>
            <a:r>
              <a:rPr lang="en-GB" dirty="0"/>
              <a:t>Current Approach:</a:t>
            </a:r>
          </a:p>
          <a:p>
            <a:pPr lvl="1"/>
            <a:r>
              <a:rPr lang="en-GB" dirty="0"/>
              <a:t>Generic advertising campaigns;</a:t>
            </a:r>
          </a:p>
          <a:p>
            <a:pPr lvl="1"/>
            <a:r>
              <a:rPr lang="en-GB" dirty="0"/>
              <a:t>Manual customer segmentation;</a:t>
            </a:r>
          </a:p>
          <a:p>
            <a:pPr lvl="1"/>
            <a:r>
              <a:rPr lang="en-GB" dirty="0"/>
              <a:t>No predictive personalization;</a:t>
            </a:r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A3059-B1BD-D3FB-B86A-3BA4E9FA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EF15-F82E-7BC4-F9C0-A0C866B1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6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9B77-200C-05A3-C3A2-3710962E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PT" dirty="0"/>
              <a:t>vailable </a:t>
            </a:r>
            <a:r>
              <a:rPr lang="en-GB" dirty="0"/>
              <a:t>D</a:t>
            </a:r>
            <a:r>
              <a:rPr lang="en-PT" dirty="0"/>
              <a:t>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6B1-3115-4035-E5FE-A1BE13B8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120270" cy="452596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Available Data:</a:t>
            </a:r>
            <a:endParaRPr lang="en-PT" dirty="0"/>
          </a:p>
          <a:p>
            <a:pPr lvl="1"/>
            <a:r>
              <a:rPr lang="en-GB" dirty="0"/>
              <a:t>Age;						</a:t>
            </a:r>
          </a:p>
          <a:p>
            <a:pPr lvl="1"/>
            <a:r>
              <a:rPr lang="en-GB" dirty="0"/>
              <a:t>Previous Purchases;</a:t>
            </a:r>
          </a:p>
          <a:p>
            <a:pPr lvl="1"/>
            <a:r>
              <a:rPr lang="en-GB" dirty="0"/>
              <a:t>Traffic Source;</a:t>
            </a:r>
          </a:p>
          <a:p>
            <a:pPr lvl="1"/>
            <a:r>
              <a:rPr lang="en-GB" dirty="0"/>
              <a:t>Time on Site;</a:t>
            </a:r>
          </a:p>
          <a:p>
            <a:pPr lvl="1"/>
            <a:r>
              <a:rPr lang="en-GB" dirty="0"/>
              <a:t>Cart Value;</a:t>
            </a:r>
          </a:p>
          <a:p>
            <a:pPr lvl="1"/>
            <a:r>
              <a:rPr lang="en-GB" dirty="0"/>
              <a:t>Viewed Reviews;</a:t>
            </a:r>
          </a:p>
          <a:p>
            <a:pPr lvl="1"/>
            <a:r>
              <a:rPr lang="en-GB" dirty="0"/>
              <a:t>Pages Visited;</a:t>
            </a:r>
          </a:p>
          <a:p>
            <a:pPr lvl="1"/>
            <a:r>
              <a:rPr lang="en-GB" dirty="0"/>
              <a:t>Device;</a:t>
            </a:r>
          </a:p>
          <a:p>
            <a:pPr lvl="1"/>
            <a:r>
              <a:rPr lang="en-GB" dirty="0"/>
              <a:t>Added to Cart;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9FCA-61A8-ABA8-6F53-C41BCD1A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4484-D6EC-2E5C-5551-962F7AB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0D71BC-C8D2-47FE-2417-E1C5552AA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108" y="1584569"/>
            <a:ext cx="271009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2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D650-9867-C2E6-3486-38C1DF66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PT" dirty="0"/>
              <a:t>olution </a:t>
            </a:r>
            <a:r>
              <a:rPr lang="en-GB" dirty="0"/>
              <a:t>O</a:t>
            </a:r>
            <a:r>
              <a:rPr lang="en-PT" dirty="0"/>
              <a:t>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66D3-9E2F-2E67-C082-FC0ACBE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BFB8-9687-5073-75B7-B3FF1BFA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IART @ L.EIC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1F1A8-4665-A510-BA10-B56EA42F7663}"/>
              </a:ext>
            </a:extLst>
          </p:cNvPr>
          <p:cNvSpPr/>
          <p:nvPr/>
        </p:nvSpPr>
        <p:spPr>
          <a:xfrm>
            <a:off x="619126" y="1809750"/>
            <a:ext cx="2381250" cy="7715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Set Generation</a:t>
            </a:r>
          </a:p>
          <a:p>
            <a:pPr algn="ctr"/>
            <a:r>
              <a:rPr lang="en-GB" dirty="0"/>
              <a:t>(Using AI)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F65325B-6D33-93F6-D229-79E9E6467A5E}"/>
              </a:ext>
            </a:extLst>
          </p:cNvPr>
          <p:cNvSpPr/>
          <p:nvPr/>
        </p:nvSpPr>
        <p:spPr>
          <a:xfrm>
            <a:off x="1609726" y="2590800"/>
            <a:ext cx="400050" cy="40005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05FB5-25A3-655D-E0AE-BF9B9DC41479}"/>
              </a:ext>
            </a:extLst>
          </p:cNvPr>
          <p:cNvSpPr/>
          <p:nvPr/>
        </p:nvSpPr>
        <p:spPr>
          <a:xfrm>
            <a:off x="619126" y="2978150"/>
            <a:ext cx="2381250" cy="7683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Machine Learning Model Creation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84D3D7E-2A56-4495-A797-87C07B551479}"/>
              </a:ext>
            </a:extLst>
          </p:cNvPr>
          <p:cNvSpPr/>
          <p:nvPr/>
        </p:nvSpPr>
        <p:spPr>
          <a:xfrm>
            <a:off x="1609726" y="3762375"/>
            <a:ext cx="400050" cy="40005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879AE6-D870-BA55-D2C2-9D73B6CE8913}"/>
              </a:ext>
            </a:extLst>
          </p:cNvPr>
          <p:cNvSpPr/>
          <p:nvPr/>
        </p:nvSpPr>
        <p:spPr>
          <a:xfrm>
            <a:off x="619126" y="4178300"/>
            <a:ext cx="2381250" cy="7334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WebApp “Creation”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6D04AD8-E764-C0B1-0A36-45B006BEBF6A}"/>
              </a:ext>
            </a:extLst>
          </p:cNvPr>
          <p:cNvSpPr/>
          <p:nvPr/>
        </p:nvSpPr>
        <p:spPr>
          <a:xfrm>
            <a:off x="1609726" y="4911725"/>
            <a:ext cx="400050" cy="40005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65DD68-EB39-8F9C-8EF9-A46F9ADF21F3}"/>
              </a:ext>
            </a:extLst>
          </p:cNvPr>
          <p:cNvSpPr/>
          <p:nvPr/>
        </p:nvSpPr>
        <p:spPr>
          <a:xfrm>
            <a:off x="620661" y="5343525"/>
            <a:ext cx="2381250" cy="866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Result Analysis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DD8960-3CD7-5223-83E6-42F1E2938567}"/>
              </a:ext>
            </a:extLst>
          </p:cNvPr>
          <p:cNvSpPr txBox="1"/>
          <p:nvPr/>
        </p:nvSpPr>
        <p:spPr>
          <a:xfrm>
            <a:off x="5286373" y="1359834"/>
            <a:ext cx="2133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Developed in: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39B083-0035-7C31-C5F7-4C5A35403934}"/>
              </a:ext>
            </a:extLst>
          </p:cNvPr>
          <p:cNvCxnSpPr/>
          <p:nvPr/>
        </p:nvCxnSpPr>
        <p:spPr>
          <a:xfrm>
            <a:off x="3689505" y="2266950"/>
            <a:ext cx="892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9684BE2-CF77-E380-4F82-935C68467D5C}"/>
              </a:ext>
            </a:extLst>
          </p:cNvPr>
          <p:cNvSpPr/>
          <p:nvPr/>
        </p:nvSpPr>
        <p:spPr>
          <a:xfrm>
            <a:off x="5076825" y="2078276"/>
            <a:ext cx="2343149" cy="3651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“generate_dataset.py”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3501BE-37B1-3B72-6343-1FFC83D5E7D5}"/>
              </a:ext>
            </a:extLst>
          </p:cNvPr>
          <p:cNvSpPr/>
          <p:nvPr/>
        </p:nvSpPr>
        <p:spPr>
          <a:xfrm>
            <a:off x="5181599" y="3145076"/>
            <a:ext cx="2133600" cy="3651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“train_model.py”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6C1043-14A5-BB0F-8283-4BEEB01AC742}"/>
              </a:ext>
            </a:extLst>
          </p:cNvPr>
          <p:cNvSpPr/>
          <p:nvPr/>
        </p:nvSpPr>
        <p:spPr>
          <a:xfrm>
            <a:off x="5181599" y="4371628"/>
            <a:ext cx="2133600" cy="3651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“app.py”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EF9C3A-BC54-58E0-A9B2-F671028B5D67}"/>
              </a:ext>
            </a:extLst>
          </p:cNvPr>
          <p:cNvSpPr/>
          <p:nvPr/>
        </p:nvSpPr>
        <p:spPr>
          <a:xfrm>
            <a:off x="5076825" y="5651384"/>
            <a:ext cx="2343148" cy="36512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“compare_models.py”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D3AE4C-B6FA-D225-2D3F-C3638CA07295}"/>
              </a:ext>
            </a:extLst>
          </p:cNvPr>
          <p:cNvCxnSpPr/>
          <p:nvPr/>
        </p:nvCxnSpPr>
        <p:spPr>
          <a:xfrm>
            <a:off x="3679980" y="3314700"/>
            <a:ext cx="892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372E159-A548-8EB4-DE48-71A5E76F19CD}"/>
              </a:ext>
            </a:extLst>
          </p:cNvPr>
          <p:cNvCxnSpPr/>
          <p:nvPr/>
        </p:nvCxnSpPr>
        <p:spPr>
          <a:xfrm>
            <a:off x="3679980" y="4545012"/>
            <a:ext cx="892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E2CAFF-39D0-41BB-BD31-3B4F0B5AF8C3}"/>
              </a:ext>
            </a:extLst>
          </p:cNvPr>
          <p:cNvCxnSpPr/>
          <p:nvPr/>
        </p:nvCxnSpPr>
        <p:spPr>
          <a:xfrm>
            <a:off x="3689505" y="5792437"/>
            <a:ext cx="892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33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4356-5B8F-4558-EEB3-1C6959DB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PT" dirty="0"/>
              <a:t>redictive </a:t>
            </a:r>
            <a:r>
              <a:rPr lang="en-GB" dirty="0"/>
              <a:t>M</a:t>
            </a:r>
            <a:r>
              <a:rPr lang="en-PT" dirty="0"/>
              <a:t>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A04B-D6C7-A5F6-EC51-5C4F06606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906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Predictive model:</a:t>
            </a:r>
            <a:endParaRPr lang="en-PT" dirty="0"/>
          </a:p>
          <a:p>
            <a:pPr lvl="1"/>
            <a:r>
              <a:rPr lang="en-GB" dirty="0"/>
              <a:t>Problem Type: Binary Classification;</a:t>
            </a:r>
          </a:p>
          <a:p>
            <a:pPr marL="457200" lvl="1" indent="0">
              <a:buNone/>
            </a:pPr>
            <a:endParaRPr lang="en-PT" dirty="0"/>
          </a:p>
          <a:p>
            <a:pPr lvl="1"/>
            <a:r>
              <a:rPr lang="en-GB" dirty="0"/>
              <a:t>Target Variables: Converted</a:t>
            </a:r>
          </a:p>
          <a:p>
            <a:pPr lvl="2"/>
            <a:r>
              <a:rPr lang="en-GB" dirty="0"/>
              <a:t>0 = (Probably) Not Converted;</a:t>
            </a:r>
          </a:p>
          <a:p>
            <a:pPr lvl="2"/>
            <a:r>
              <a:rPr lang="en-GB" dirty="0"/>
              <a:t>1 = (Probably) Converted;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Algorithms Used:</a:t>
            </a:r>
          </a:p>
          <a:p>
            <a:pPr lvl="2">
              <a:buFontTx/>
              <a:buChar char="-"/>
            </a:pPr>
            <a:r>
              <a:rPr lang="en-GB" dirty="0"/>
              <a:t>Logistic Regression;</a:t>
            </a:r>
          </a:p>
          <a:p>
            <a:pPr lvl="2">
              <a:buFontTx/>
              <a:buChar char="-"/>
            </a:pPr>
            <a:r>
              <a:rPr lang="en-GB" dirty="0"/>
              <a:t>Decision Tree;</a:t>
            </a:r>
          </a:p>
          <a:p>
            <a:pPr lvl="2">
              <a:buFontTx/>
              <a:buChar char="-"/>
            </a:pPr>
            <a:r>
              <a:rPr lang="en-GB" dirty="0"/>
              <a:t>Random Forest;</a:t>
            </a:r>
          </a:p>
          <a:p>
            <a:pPr marL="914400" lvl="2" indent="0">
              <a:buNone/>
            </a:pPr>
            <a:endParaRPr lang="en-GB" dirty="0"/>
          </a:p>
          <a:p>
            <a:pPr lvl="2"/>
            <a:endParaRPr lang="en-GB" dirty="0"/>
          </a:p>
          <a:p>
            <a:pPr marL="914400" lvl="2" indent="0">
              <a:buNone/>
            </a:pPr>
            <a:endParaRPr lang="en-GB" dirty="0"/>
          </a:p>
          <a:p>
            <a:pPr lvl="2"/>
            <a:endParaRPr lang="en-GB" dirty="0"/>
          </a:p>
          <a:p>
            <a:pPr marL="914400" lvl="2" indent="0">
              <a:buNone/>
            </a:pPr>
            <a:endParaRPr lang="en-GB" dirty="0"/>
          </a:p>
          <a:p>
            <a:pPr marL="914400" lvl="2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09459-8901-5DAB-D626-C5D2A119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78D78-9BA9-58F2-1DD2-E5AA90B2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8D6D46-4A1B-0723-0F1F-729E265AA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968" y="4448062"/>
            <a:ext cx="4320832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8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A6EA-5FEA-9B03-3BF6-6E775FD2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PT" dirty="0"/>
              <a:t>mpirical </a:t>
            </a:r>
            <a:r>
              <a:rPr lang="en-GB" dirty="0"/>
              <a:t>S</a:t>
            </a:r>
            <a:r>
              <a:rPr lang="en-PT" dirty="0"/>
              <a:t>tudy: </a:t>
            </a:r>
            <a:r>
              <a:rPr lang="en-GB" dirty="0"/>
              <a:t>S</a:t>
            </a:r>
            <a:r>
              <a:rPr lang="en-PT" dirty="0"/>
              <a:t>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A4F5-6F7E-54A8-1CAD-FF23811E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37" y="1623999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Empirical Study Setup:</a:t>
            </a:r>
            <a:endParaRPr lang="en-PT" dirty="0"/>
          </a:p>
          <a:p>
            <a:pPr lvl="1"/>
            <a:r>
              <a:rPr lang="en-GB" dirty="0" err="1"/>
              <a:t>Artifical</a:t>
            </a:r>
            <a:r>
              <a:rPr lang="en-GB" dirty="0"/>
              <a:t> dataset generation;</a:t>
            </a:r>
            <a:endParaRPr lang="en-PT" dirty="0"/>
          </a:p>
          <a:p>
            <a:pPr lvl="1"/>
            <a:r>
              <a:rPr lang="en-GB" dirty="0"/>
              <a:t>Preprocessing:</a:t>
            </a:r>
            <a:endParaRPr lang="en-PT" dirty="0"/>
          </a:p>
          <a:p>
            <a:pPr lvl="2"/>
            <a:r>
              <a:rPr lang="en-GB" dirty="0" err="1"/>
              <a:t>OneHotEncoding</a:t>
            </a:r>
            <a:endParaRPr lang="en-PT" dirty="0"/>
          </a:p>
          <a:p>
            <a:pPr lvl="2"/>
            <a:r>
              <a:rPr lang="en-GB" dirty="0" err="1"/>
              <a:t>StandardScaler</a:t>
            </a:r>
            <a:endParaRPr lang="en-GB" dirty="0"/>
          </a:p>
          <a:p>
            <a:pPr lvl="1"/>
            <a:r>
              <a:rPr lang="en-GB" dirty="0"/>
              <a:t>Train/Test Split: 80-20</a:t>
            </a:r>
          </a:p>
          <a:p>
            <a:pPr lvl="1"/>
            <a:r>
              <a:rPr lang="en-GB" dirty="0"/>
              <a:t>Evaluation Metrics:</a:t>
            </a:r>
          </a:p>
          <a:p>
            <a:pPr lvl="2"/>
            <a:r>
              <a:rPr lang="en-GB" dirty="0"/>
              <a:t>Accuracy</a:t>
            </a:r>
          </a:p>
          <a:p>
            <a:pPr lvl="2"/>
            <a:r>
              <a:rPr lang="en-GB" dirty="0"/>
              <a:t>Precision</a:t>
            </a:r>
          </a:p>
          <a:p>
            <a:pPr lvl="2"/>
            <a:r>
              <a:rPr lang="en-GB" dirty="0"/>
              <a:t>Recall</a:t>
            </a:r>
          </a:p>
          <a:p>
            <a:pPr lvl="2"/>
            <a:r>
              <a:rPr lang="en-GB" dirty="0"/>
              <a:t>F1_score</a:t>
            </a:r>
          </a:p>
          <a:p>
            <a:pPr marL="914400" lvl="2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A042-7F16-250D-904E-0D495DF7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3020-01B6-6FA8-4274-2473F91F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257CA-0D05-74EE-2D79-98D27FFDB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108" y="2582201"/>
            <a:ext cx="3679355" cy="1165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C4776E-1DEC-0E0E-4111-DB46E902F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442" y="4495304"/>
            <a:ext cx="3682021" cy="124969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5E9E22-C395-5CF4-6EFC-E68DDB8A8E3D}"/>
              </a:ext>
            </a:extLst>
          </p:cNvPr>
          <p:cNvCxnSpPr/>
          <p:nvPr/>
        </p:nvCxnSpPr>
        <p:spPr>
          <a:xfrm>
            <a:off x="3312449" y="2781300"/>
            <a:ext cx="1028700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4F09D1-96E6-F3F2-04E5-65F5930F6B8B}"/>
              </a:ext>
            </a:extLst>
          </p:cNvPr>
          <p:cNvCxnSpPr>
            <a:cxnSpLocks/>
          </p:cNvCxnSpPr>
          <p:nvPr/>
        </p:nvCxnSpPr>
        <p:spPr>
          <a:xfrm>
            <a:off x="4289887" y="4000500"/>
            <a:ext cx="1028700" cy="247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53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F027-2243-4835-CC56-74F42BA7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023-90AF-93E8-0628-980DA4C8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054533"/>
          </a:xfrm>
        </p:spPr>
        <p:txBody>
          <a:bodyPr anchor="ctr">
            <a:normAutofit/>
          </a:bodyPr>
          <a:lstStyle/>
          <a:p>
            <a:r>
              <a:rPr lang="en-GB" dirty="0"/>
              <a:t>E</a:t>
            </a:r>
            <a:r>
              <a:rPr lang="en-PT" dirty="0"/>
              <a:t>mpirical </a:t>
            </a:r>
            <a:r>
              <a:rPr lang="en-GB" dirty="0"/>
              <a:t>S</a:t>
            </a:r>
            <a:r>
              <a:rPr lang="en-PT" dirty="0"/>
              <a:t>tudy: </a:t>
            </a:r>
            <a:r>
              <a:rPr lang="en-GB" dirty="0"/>
              <a:t>R</a:t>
            </a:r>
            <a:r>
              <a:rPr lang="en-PT" dirty="0"/>
              <a:t>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D3A88-60A1-B8DB-D68F-C0EEDBBCE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48" y="1324180"/>
            <a:ext cx="3593691" cy="2596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F63F-74CA-62FE-EEA3-52F343F8D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5363" y="1600200"/>
            <a:ext cx="4038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000" b="1" dirty="0"/>
              <a:t>    Empirical Results: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lvl="1">
              <a:lnSpc>
                <a:spcPct val="90000"/>
              </a:lnSpc>
            </a:pPr>
            <a:r>
              <a:rPr lang="en-GB" sz="2000" dirty="0"/>
              <a:t>Logistic Regression Accuracy: 86.5%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Decision Tree Accuracy: 86.0%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Random Forest: 87.0%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/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/>
          </a:p>
          <a:p>
            <a:pPr marL="457200" lvl="1" indent="0">
              <a:lnSpc>
                <a:spcPct val="90000"/>
              </a:lnSpc>
              <a:buNone/>
            </a:pPr>
            <a:r>
              <a:rPr lang="en-GB" sz="2000" b="1" dirty="0"/>
              <a:t>Best Model: 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GB" dirty="0"/>
              <a:t>Random Forest achieved the best generalization performance.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457200" lvl="1" indent="0">
              <a:lnSpc>
                <a:spcPct val="90000"/>
              </a:lnSpc>
              <a:buNone/>
            </a:pPr>
            <a:endParaRPr lang="en-GB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9EAB-B341-E2BE-FB7B-C03748A4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49909" y="6492875"/>
            <a:ext cx="44638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IART @ L.EIC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47D20-CB05-C73F-9F63-E8C4D708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ACF91DC-9B2A-DA46-8614-FC490D3FF29A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D2359E-22F7-D726-244E-5755D635D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48" y="4072925"/>
            <a:ext cx="3997460" cy="2419950"/>
          </a:xfrm>
          <a:prstGeom prst="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77776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ED63-CEF5-934E-640B-EE9478E8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</p:spPr>
        <p:txBody>
          <a:bodyPr anchor="ctr">
            <a:normAutofit/>
          </a:bodyPr>
          <a:lstStyle/>
          <a:p>
            <a:r>
              <a:rPr lang="en-GB" dirty="0"/>
              <a:t>S</a:t>
            </a:r>
            <a:r>
              <a:rPr lang="en-PT" dirty="0"/>
              <a:t>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6757-7584-CB42-EE07-01C8562F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ACF91DC-9B2A-DA46-8614-FC490D3FF29A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4C13E-6F0B-83CE-B798-6E50ECE2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IART @ L.EIC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1111604-7A97-B4F9-60ED-DDB99C52E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11492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540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82E4-7D46-ED0F-A0AD-AF17554E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dirty="0"/>
              <a:t>E</a:t>
            </a:r>
            <a:r>
              <a:rPr lang="en-PT" sz="3200" dirty="0"/>
              <a:t>xpected </a:t>
            </a:r>
            <a:r>
              <a:rPr lang="en-GB" sz="3200" dirty="0"/>
              <a:t>C</a:t>
            </a:r>
            <a:r>
              <a:rPr lang="en-PT" sz="3200" dirty="0"/>
              <a:t>hallenges </a:t>
            </a:r>
            <a:r>
              <a:rPr lang="en-GB" sz="3200" dirty="0"/>
              <a:t>D</a:t>
            </a:r>
            <a:r>
              <a:rPr lang="en-PT" sz="3200" dirty="0"/>
              <a:t>uring </a:t>
            </a:r>
            <a:r>
              <a:rPr lang="en-GB" sz="3200" dirty="0"/>
              <a:t>D</a:t>
            </a:r>
            <a:r>
              <a:rPr lang="en-PT" sz="3200" dirty="0"/>
              <a:t>evelopment and </a:t>
            </a:r>
            <a:r>
              <a:rPr lang="en-GB" sz="3200" dirty="0"/>
              <a:t>D</a:t>
            </a:r>
            <a:r>
              <a:rPr lang="en-PT" sz="3200" dirty="0"/>
              <a:t>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49403-0050-F998-D870-75DABA10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ACF91DC-9B2A-DA46-8614-FC490D3FF29A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84E8-7699-3009-67D9-328885C2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IART @ L.EIC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94C1FB5-FBEB-E8C5-8BE9-45D773206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53822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433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FBCE-ED83-AC6F-BD51-40E4FD1B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</a:t>
            </a:r>
            <a:r>
              <a:rPr lang="en-PT" dirty="0"/>
              <a:t>navailable </a:t>
            </a:r>
            <a:r>
              <a:rPr lang="en-GB" dirty="0"/>
              <a:t>D</a:t>
            </a:r>
            <a:r>
              <a:rPr lang="en-PT" dirty="0"/>
              <a:t>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E032-E937-8CC4-459D-17DECB994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719249"/>
            <a:ext cx="3968044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Unavailable Data 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Detailed customer demographics </a:t>
            </a:r>
          </a:p>
          <a:p>
            <a:r>
              <a:rPr lang="en-GB" dirty="0"/>
              <a:t>Historical browsing sessions </a:t>
            </a:r>
          </a:p>
          <a:p>
            <a:r>
              <a:rPr lang="en-GB" dirty="0"/>
              <a:t>Product categories viewed </a:t>
            </a:r>
          </a:p>
          <a:p>
            <a:r>
              <a:rPr lang="en-GB" dirty="0"/>
              <a:t>Seasonal shopping </a:t>
            </a:r>
            <a:r>
              <a:rPr lang="en-GB" dirty="0" err="1"/>
              <a:t>behavior</a:t>
            </a:r>
            <a:r>
              <a:rPr lang="en-GB" dirty="0"/>
              <a:t> </a:t>
            </a:r>
          </a:p>
          <a:p>
            <a:r>
              <a:rPr lang="en-GB" dirty="0"/>
              <a:t>Marketing campaign history </a:t>
            </a:r>
          </a:p>
          <a:p>
            <a:r>
              <a:rPr lang="en-GB" dirty="0"/>
              <a:t>Geographic location data </a:t>
            </a:r>
          </a:p>
          <a:p>
            <a:r>
              <a:rPr lang="en-GB" dirty="0"/>
              <a:t>Long-term purchase history 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D675-38F4-1062-A0F4-F683C825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F9AA4-A5FF-BC1C-9E4D-F7F9CF6B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B31CF-9334-B986-3CE8-E9AB8A994934}"/>
              </a:ext>
            </a:extLst>
          </p:cNvPr>
          <p:cNvSpPr txBox="1"/>
          <p:nvPr/>
        </p:nvSpPr>
        <p:spPr>
          <a:xfrm>
            <a:off x="4581831" y="1737793"/>
            <a:ext cx="4459476" cy="404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GB" sz="2200" b="1" dirty="0"/>
              <a:t>Challenges in Collecting Data</a:t>
            </a:r>
          </a:p>
          <a:p>
            <a:endParaRPr lang="en-GB" b="1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GB" sz="2200" dirty="0"/>
              <a:t>Privacy and GDPR restrictions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GB" sz="2200" dirty="0"/>
              <a:t>User tracking limitations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GB" sz="2200" dirty="0"/>
              <a:t>High data storage requirements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GB" sz="2200" dirty="0"/>
              <a:t>Integration between multiple systems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GB" sz="2200" dirty="0"/>
              <a:t>Cost of collecting real-world data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Arial"/>
              <a:buChar char="•"/>
            </a:pPr>
            <a:r>
              <a:rPr lang="en-GB" sz="2200" dirty="0"/>
              <a:t>Incomplete or noisy customer data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50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3A40-A220-5004-7B97-603C5772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</p:spPr>
        <p:txBody>
          <a:bodyPr anchor="ctr">
            <a:normAutofit/>
          </a:bodyPr>
          <a:lstStyle/>
          <a:p>
            <a:r>
              <a:rPr lang="en-GB" dirty="0"/>
              <a:t>E</a:t>
            </a:r>
            <a:r>
              <a:rPr lang="en-PT" dirty="0"/>
              <a:t>thical </a:t>
            </a:r>
            <a:r>
              <a:rPr lang="en-GB" dirty="0"/>
              <a:t>R</a:t>
            </a:r>
            <a:r>
              <a:rPr lang="en-PT" dirty="0"/>
              <a:t>isks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AB8E-B472-EE14-5613-83806011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ACF91DC-9B2A-DA46-8614-FC490D3FF29A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2F18-BCD7-598E-0909-B8CFF27D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IART @ L.EIC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F30FB18-F701-DBE6-2E56-DA7850B867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28255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6229600"/>
      </p:ext>
    </p:extLst>
  </p:cSld>
  <p:clrMapOvr>
    <a:masterClrMapping/>
  </p:clrMapOvr>
</p:sld>
</file>

<file path=ppt/theme/theme1.xml><?xml version="1.0" encoding="utf-8"?>
<a:theme xmlns:a="http://schemas.openxmlformats.org/drawingml/2006/main" name="FEUP - aul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FEUP - aulas.potx</Template>
  <TotalTime>12895</TotalTime>
  <Words>505</Words>
  <Application>Microsoft Office PowerPoint</Application>
  <PresentationFormat>On-screen Show (4:3)</PresentationFormat>
  <Paragraphs>145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Noto Sans Symbols</vt:lpstr>
      <vt:lpstr>Verdana</vt:lpstr>
      <vt:lpstr>FEUP - aulas</vt:lpstr>
      <vt:lpstr>Assignment 2 L.EIC – IART</vt:lpstr>
      <vt:lpstr>Customer</vt:lpstr>
      <vt:lpstr>Problem</vt:lpstr>
      <vt:lpstr>Available Data</vt:lpstr>
      <vt:lpstr>Solution Overview</vt:lpstr>
      <vt:lpstr>Predictive Model</vt:lpstr>
      <vt:lpstr>Empirical Study: Setup</vt:lpstr>
      <vt:lpstr>Empirical Study: Results</vt:lpstr>
      <vt:lpstr>Stakeholders</vt:lpstr>
      <vt:lpstr>Expected Challenges During Development and Deployment</vt:lpstr>
      <vt:lpstr>Unavailable Data</vt:lpstr>
      <vt:lpstr>Ethical Risks</vt:lpstr>
    </vt:vector>
  </TitlesOfParts>
  <Company>Universidade do Porto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Soares</dc:creator>
  <cp:lastModifiedBy>Afonso Delca Araújo</cp:lastModifiedBy>
  <cp:revision>273</cp:revision>
  <cp:lastPrinted>2025-12-10T00:32:54Z</cp:lastPrinted>
  <dcterms:created xsi:type="dcterms:W3CDTF">2012-09-12T17:30:14Z</dcterms:created>
  <dcterms:modified xsi:type="dcterms:W3CDTF">2026-05-24T21:38:40Z</dcterms:modified>
</cp:coreProperties>
</file>